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7"/>
  </p:notesMasterIdLst>
  <p:sldIdLst>
    <p:sldId id="3288" r:id="rId6"/>
  </p:sldIdLst>
  <p:sldSz cx="12192000" cy="6858000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846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3929" userDrawn="1">
          <p15:clr>
            <a:srgbClr val="A4A3A4"/>
          </p15:clr>
        </p15:guide>
        <p15:guide id="5" pos="7287">
          <p15:clr>
            <a:srgbClr val="A4A3A4"/>
          </p15:clr>
        </p15:guide>
        <p15:guide id="6" pos="6834" userDrawn="1">
          <p15:clr>
            <a:srgbClr val="A4A3A4"/>
          </p15:clr>
        </p15:guide>
        <p15:guide id="7" orient="horz" pos="129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A0B4"/>
    <a:srgbClr val="3391A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5108D-B8E7-4358-A123-2E921DBAF217}" v="4" dt="2026-07-27T13:38:01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>
        <p:guide pos="846"/>
        <p:guide orient="horz" pos="845"/>
        <p:guide orient="horz" pos="3929"/>
        <p:guide pos="7287"/>
        <p:guide pos="6834"/>
        <p:guide orient="horz" pos="129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, Anh-Huy-Kevin" userId="72b15d0b-6e55-4c0d-9a0a-75b7c7c3e661" providerId="ADAL" clId="{E667C51C-E78F-415B-B4C9-76CB51E914C2}"/>
    <pc:docChg chg="modSld">
      <pc:chgData name="Ho, Anh-Huy-Kevin" userId="72b15d0b-6e55-4c0d-9a0a-75b7c7c3e661" providerId="ADAL" clId="{E667C51C-E78F-415B-B4C9-76CB51E914C2}" dt="2026-07-27T13:38:01.175" v="3"/>
      <pc:docMkLst>
        <pc:docMk/>
      </pc:docMkLst>
      <pc:sldChg chg="addSp modSp">
        <pc:chgData name="Ho, Anh-Huy-Kevin" userId="72b15d0b-6e55-4c0d-9a0a-75b7c7c3e661" providerId="ADAL" clId="{E667C51C-E78F-415B-B4C9-76CB51E914C2}" dt="2026-07-27T13:38:01.175" v="3"/>
        <pc:sldMkLst>
          <pc:docMk/>
          <pc:sldMk cId="28681412" sldId="3288"/>
        </pc:sldMkLst>
        <pc:cxnChg chg="add mod">
          <ac:chgData name="Ho, Anh-Huy-Kevin" userId="72b15d0b-6e55-4c0d-9a0a-75b7c7c3e661" providerId="ADAL" clId="{E667C51C-E78F-415B-B4C9-76CB51E914C2}" dt="2026-07-27T13:34:21.324" v="0"/>
          <ac:cxnSpMkLst>
            <pc:docMk/>
            <pc:sldMk cId="28681412" sldId="3288"/>
            <ac:cxnSpMk id="26" creationId="{CDBA4401-34C0-E378-4852-BBEFA392B54C}"/>
          </ac:cxnSpMkLst>
        </pc:cxnChg>
        <pc:cxnChg chg="add mod">
          <ac:chgData name="Ho, Anh-Huy-Kevin" userId="72b15d0b-6e55-4c0d-9a0a-75b7c7c3e661" providerId="ADAL" clId="{E667C51C-E78F-415B-B4C9-76CB51E914C2}" dt="2026-07-27T13:35:30.717" v="1"/>
          <ac:cxnSpMkLst>
            <pc:docMk/>
            <pc:sldMk cId="28681412" sldId="3288"/>
            <ac:cxnSpMk id="43" creationId="{BE1511ED-DD56-4CFA-7751-3A5AAAE351CC}"/>
          </ac:cxnSpMkLst>
        </pc:cxnChg>
        <pc:cxnChg chg="add mod">
          <ac:chgData name="Ho, Anh-Huy-Kevin" userId="72b15d0b-6e55-4c0d-9a0a-75b7c7c3e661" providerId="ADAL" clId="{E667C51C-E78F-415B-B4C9-76CB51E914C2}" dt="2026-07-27T13:37:08.511" v="2"/>
          <ac:cxnSpMkLst>
            <pc:docMk/>
            <pc:sldMk cId="28681412" sldId="3288"/>
            <ac:cxnSpMk id="80" creationId="{94F8FACF-72DF-4370-80B8-71DD84C10F4A}"/>
          </ac:cxnSpMkLst>
        </pc:cxnChg>
        <pc:cxnChg chg="add mod">
          <ac:chgData name="Ho, Anh-Huy-Kevin" userId="72b15d0b-6e55-4c0d-9a0a-75b7c7c3e661" providerId="ADAL" clId="{E667C51C-E78F-415B-B4C9-76CB51E914C2}" dt="2026-07-27T13:38:01.175" v="3"/>
          <ac:cxnSpMkLst>
            <pc:docMk/>
            <pc:sldMk cId="28681412" sldId="3288"/>
            <ac:cxnSpMk id="91" creationId="{7B3D160D-8FE7-E1DF-BB27-85B77EDA1B7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A4FCC80-C29A-446D-B04C-B4936DE3C2A4}" type="datetimeFigureOut">
              <a:rPr lang="fr-FR" smtClean="0"/>
              <a:t>27/07/2026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49EA00BD-B2D0-4479-8649-BF983699C4D1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736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765" cy="30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744072" y="440668"/>
            <a:ext cx="4824040" cy="1260562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744072" y="1808820"/>
            <a:ext cx="4824040" cy="215444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Formatvorlage des Untertitelmasters durch Klicken bearbeiten</a:t>
            </a:r>
            <a:endParaRPr lang="en-US" noProof="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2" hasCustomPrompt="1"/>
          </p:nvPr>
        </p:nvSpPr>
        <p:spPr>
          <a:xfrm>
            <a:off x="6744072" y="2157148"/>
            <a:ext cx="4824040" cy="20005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300" b="0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1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63" y="3060000"/>
            <a:ext cx="12192002" cy="3240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378" y="886854"/>
            <a:ext cx="2700000" cy="80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71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7" name="Espace réservé du texte 4"/>
          <p:cNvSpPr>
            <a:spLocks noGrp="1"/>
          </p:cNvSpPr>
          <p:nvPr>
            <p:ph type="body" sz="quarter" idx="12"/>
          </p:nvPr>
        </p:nvSpPr>
        <p:spPr>
          <a:xfrm>
            <a:off x="2675619" y="1773238"/>
            <a:ext cx="3060000" cy="417671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700" b="1">
                <a:solidFill>
                  <a:schemeClr val="accent4"/>
                </a:solidFill>
              </a:defRPr>
            </a:lvl1pPr>
            <a:lvl2pPr marL="216000" indent="-216000">
              <a:spcBef>
                <a:spcPts val="800"/>
              </a:spcBef>
              <a:buFont typeface="+mj-lt"/>
              <a:buAutoNum type="arabicPeriod"/>
              <a:defRPr sz="1300" b="0">
                <a:solidFill>
                  <a:schemeClr val="accent5"/>
                </a:solidFill>
              </a:defRPr>
            </a:lvl2pPr>
            <a:lvl3pPr marL="216000" indent="0">
              <a:spcBef>
                <a:spcPts val="300"/>
              </a:spcBef>
              <a:buFontTx/>
              <a:buNone/>
              <a:defRPr sz="13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6096000" y="1773238"/>
            <a:ext cx="3096000" cy="417671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700" b="1">
                <a:solidFill>
                  <a:schemeClr val="accent4"/>
                </a:solidFill>
              </a:defRPr>
            </a:lvl1pPr>
            <a:lvl2pPr marL="216000" indent="-216000">
              <a:spcBef>
                <a:spcPts val="800"/>
              </a:spcBef>
              <a:buFont typeface="+mj-lt"/>
              <a:buAutoNum type="arabicPeriod"/>
              <a:defRPr sz="1300" b="0">
                <a:solidFill>
                  <a:schemeClr val="accent5"/>
                </a:solidFill>
              </a:defRPr>
            </a:lvl2pPr>
            <a:lvl3pPr marL="216000" indent="0">
              <a:spcBef>
                <a:spcPts val="300"/>
              </a:spcBef>
              <a:buFontTx/>
              <a:buNone/>
              <a:defRPr sz="13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9370" y="1820388"/>
            <a:ext cx="1247160" cy="175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373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hapt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318000"/>
            <a:ext cx="12192765" cy="5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7468" y="1196752"/>
            <a:ext cx="7524836" cy="2852737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07468" y="4230209"/>
            <a:ext cx="7524836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9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10" name="ZoneTexte 9"/>
          <p:cNvSpPr txBox="1"/>
          <p:nvPr userDrawn="1"/>
        </p:nvSpPr>
        <p:spPr>
          <a:xfrm>
            <a:off x="11737934" y="6534819"/>
            <a:ext cx="298726" cy="123111"/>
          </a:xfrm>
          <a:prstGeom prst="rect">
            <a:avLst/>
          </a:prstGeom>
          <a:noFill/>
        </p:spPr>
        <p:txBody>
          <a:bodyPr wrap="none" lIns="36000" tIns="0" rIns="36000" bIns="0" rtlCol="0" anchor="b">
            <a:spAutoFit/>
          </a:bodyPr>
          <a:lstStyle/>
          <a:p>
            <a:pPr algn="r"/>
            <a:fld id="{41FC122B-9992-47DE-B0E9-AABF40F54929}" type="slidenum">
              <a:rPr lang="en-US" sz="800" noProof="0" smtClean="0"/>
              <a:pPr algn="r"/>
              <a:t>‹Nr.›</a:t>
            </a:fld>
            <a:endParaRPr lang="en-US" sz="800" noProof="0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248" y="6427336"/>
            <a:ext cx="1152000" cy="27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60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63" y="0"/>
            <a:ext cx="12192002" cy="6300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7468" y="1196752"/>
            <a:ext cx="7524836" cy="2852737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07468" y="4230209"/>
            <a:ext cx="7524836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9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21628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+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811222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04675" y="2492896"/>
            <a:ext cx="4824040" cy="1728614"/>
          </a:xfrm>
        </p:spPr>
        <p:txBody>
          <a:bodyPr anchor="b"/>
          <a:lstStyle>
            <a:lvl1pPr algn="l">
              <a:defRPr sz="2800">
                <a:solidFill>
                  <a:schemeClr val="tx2"/>
                </a:solidFill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04675" y="4653136"/>
            <a:ext cx="4824040" cy="79208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Formatvorlage des Untertitelmasters durch Klicken bearbeiten</a:t>
            </a:r>
            <a:endParaRPr lang="en-US" noProof="0"/>
          </a:p>
        </p:txBody>
      </p:sp>
      <p:sp>
        <p:nvSpPr>
          <p:cNvPr id="11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428148" y="0"/>
            <a:ext cx="4139965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sp>
        <p:nvSpPr>
          <p:cNvPr id="13" name="ZoneTexte 12"/>
          <p:cNvSpPr txBox="1"/>
          <p:nvPr userDrawn="1"/>
        </p:nvSpPr>
        <p:spPr>
          <a:xfrm>
            <a:off x="11737934" y="6534819"/>
            <a:ext cx="298726" cy="123111"/>
          </a:xfrm>
          <a:prstGeom prst="rect">
            <a:avLst/>
          </a:prstGeom>
          <a:noFill/>
        </p:spPr>
        <p:txBody>
          <a:bodyPr wrap="none" lIns="36000" tIns="0" rIns="36000" bIns="0" rtlCol="0" anchor="b">
            <a:spAutoFit/>
          </a:bodyPr>
          <a:lstStyle/>
          <a:p>
            <a:pPr algn="r"/>
            <a:fld id="{41FC122B-9992-47DE-B0E9-AABF40F54929}" type="slidenum">
              <a:rPr lang="en-US" sz="800" noProof="0" smtClean="0"/>
              <a:pPr algn="r"/>
              <a:t>‹Nr.›</a:t>
            </a:fld>
            <a:endParaRPr lang="en-US" sz="800" noProof="0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248" y="6427336"/>
            <a:ext cx="1152000" cy="27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249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+ Verbati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1" y="0"/>
            <a:ext cx="745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04675" y="2492896"/>
            <a:ext cx="4824040" cy="1728614"/>
          </a:xfrm>
        </p:spPr>
        <p:txBody>
          <a:bodyPr anchor="b"/>
          <a:lstStyle>
            <a:lvl1pPr algn="l">
              <a:defRPr sz="2800">
                <a:solidFill>
                  <a:schemeClr val="tx2"/>
                </a:solidFill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04675" y="4653136"/>
            <a:ext cx="4824040" cy="79208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Formatvorlage des Untertitelmasters durch Klicken bearbeiten</a:t>
            </a:r>
            <a:endParaRPr lang="en-US" noProof="0"/>
          </a:p>
        </p:txBody>
      </p:sp>
      <p:sp>
        <p:nvSpPr>
          <p:cNvPr id="13" name="ZoneTexte 12"/>
          <p:cNvSpPr txBox="1"/>
          <p:nvPr userDrawn="1"/>
        </p:nvSpPr>
        <p:spPr>
          <a:xfrm>
            <a:off x="11737934" y="6534819"/>
            <a:ext cx="298726" cy="123111"/>
          </a:xfrm>
          <a:prstGeom prst="rect">
            <a:avLst/>
          </a:prstGeom>
          <a:noFill/>
        </p:spPr>
        <p:txBody>
          <a:bodyPr wrap="none" lIns="36000" tIns="0" rIns="36000" bIns="0" rtlCol="0" anchor="b">
            <a:spAutoFit/>
          </a:bodyPr>
          <a:lstStyle/>
          <a:p>
            <a:pPr algn="r"/>
            <a:fld id="{41FC122B-9992-47DE-B0E9-AABF40F54929}" type="slidenum">
              <a:rPr lang="en-US" sz="800" noProof="0" smtClean="0"/>
              <a:pPr algn="r"/>
              <a:t>‹Nr.›</a:t>
            </a:fld>
            <a:endParaRPr lang="en-US" sz="800" noProof="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8036088" y="1160748"/>
            <a:ext cx="3532025" cy="2628292"/>
          </a:xfrm>
          <a:ln w="63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2400" b="0" i="1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Verbatim</a:t>
            </a: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248" y="6427336"/>
            <a:ext cx="1152000" cy="27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012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33902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58813" y="1773238"/>
            <a:ext cx="5437187" cy="4176712"/>
          </a:xfrm>
        </p:spPr>
        <p:txBody>
          <a:bodyPr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067550" y="1196975"/>
            <a:ext cx="5124450" cy="511175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7993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7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7068109" y="3883232"/>
            <a:ext cx="1872208" cy="14179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 b="0">
                <a:solidFill>
                  <a:schemeClr val="accent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5" hasCustomPrompt="1"/>
          </p:nvPr>
        </p:nvSpPr>
        <p:spPr>
          <a:xfrm>
            <a:off x="9092716" y="3501008"/>
            <a:ext cx="2475891" cy="14179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 b="0">
                <a:solidFill>
                  <a:schemeClr val="accent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10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58813" y="1664804"/>
            <a:ext cx="5220000" cy="3816424"/>
          </a:xfrm>
          <a:solidFill>
            <a:srgbClr val="FFFFFF">
              <a:alpha val="74902"/>
            </a:srgbClr>
          </a:solidFill>
        </p:spPr>
        <p:txBody>
          <a:bodyPr lIns="180000" tIns="360000" rIns="180000" bIns="21600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361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7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7068109" y="3883232"/>
            <a:ext cx="1872208" cy="14179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 b="0">
                <a:solidFill>
                  <a:schemeClr val="accent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5" hasCustomPrompt="1"/>
          </p:nvPr>
        </p:nvSpPr>
        <p:spPr>
          <a:xfrm>
            <a:off x="9092716" y="3501008"/>
            <a:ext cx="2475891" cy="14179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 b="0">
                <a:solidFill>
                  <a:schemeClr val="accent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11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58813" y="1664804"/>
            <a:ext cx="5220000" cy="3816424"/>
          </a:xfrm>
          <a:solidFill>
            <a:srgbClr val="FFFFFF">
              <a:alpha val="74902"/>
            </a:srgbClr>
          </a:solidFill>
        </p:spPr>
        <p:txBody>
          <a:bodyPr lIns="180000" tIns="360000" rIns="180000" bIns="21600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62797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rame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-1" y="1196975"/>
            <a:ext cx="12192001" cy="511175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58813" y="1664804"/>
            <a:ext cx="5220000" cy="3816424"/>
          </a:xfrm>
          <a:solidFill>
            <a:srgbClr val="FFFFFF">
              <a:alpha val="74902"/>
            </a:srgbClr>
          </a:solidFill>
        </p:spPr>
        <p:txBody>
          <a:bodyPr lIns="180000" tIns="360000" rIns="180000" bIns="21600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12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6348028" y="1664804"/>
            <a:ext cx="5220000" cy="3816424"/>
          </a:xfrm>
          <a:solidFill>
            <a:srgbClr val="FFFFFF">
              <a:alpha val="74902"/>
            </a:srgbClr>
          </a:solidFill>
        </p:spPr>
        <p:txBody>
          <a:bodyPr lIns="180000" tIns="360000" rIns="180000" bIns="21600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35267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2"/>
          </p:nvPr>
        </p:nvSpPr>
        <p:spPr>
          <a:xfrm>
            <a:off x="658814" y="2096852"/>
            <a:ext cx="4681102" cy="365535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8" name="Espace réservé du graphique 7"/>
          <p:cNvSpPr>
            <a:spLocks noGrp="1"/>
          </p:cNvSpPr>
          <p:nvPr>
            <p:ph type="chart" sz="quarter" idx="13"/>
          </p:nvPr>
        </p:nvSpPr>
        <p:spPr>
          <a:xfrm>
            <a:off x="659396" y="2565400"/>
            <a:ext cx="3960000" cy="3240000"/>
          </a:xfrm>
        </p:spPr>
        <p:txBody>
          <a:bodyPr anchor="ctr"/>
          <a:lstStyle>
            <a:lvl1pPr marL="0" indent="0" algn="ctr"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Diagramm durch Klicken auf Symbol hinzufügen</a:t>
            </a:r>
            <a:endParaRPr lang="fr-FR"/>
          </a:p>
        </p:txBody>
      </p:sp>
      <p:sp>
        <p:nvSpPr>
          <p:cNvPr id="12" name="Espace réservé du graphique 7"/>
          <p:cNvSpPr>
            <a:spLocks noGrp="1"/>
          </p:cNvSpPr>
          <p:nvPr>
            <p:ph type="chart" sz="quarter" idx="14"/>
          </p:nvPr>
        </p:nvSpPr>
        <p:spPr>
          <a:xfrm>
            <a:off x="5123892" y="2565400"/>
            <a:ext cx="5292588" cy="3240000"/>
          </a:xfrm>
        </p:spPr>
        <p:txBody>
          <a:bodyPr anchor="ctr"/>
          <a:lstStyle>
            <a:lvl1pPr marL="0" indent="0" algn="ctr"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Diagramm durch Klicken auf Symbol hinzufügen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0838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2"/>
          </p:nvPr>
        </p:nvSpPr>
        <p:spPr>
          <a:xfrm>
            <a:off x="982850" y="5403725"/>
            <a:ext cx="4681102" cy="365535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4" name="Espace réservé du tableau 3"/>
          <p:cNvSpPr>
            <a:spLocks noGrp="1"/>
          </p:cNvSpPr>
          <p:nvPr>
            <p:ph type="tbl" sz="quarter" idx="14"/>
          </p:nvPr>
        </p:nvSpPr>
        <p:spPr>
          <a:xfrm>
            <a:off x="1019435" y="2060847"/>
            <a:ext cx="8820981" cy="3070799"/>
          </a:xfrm>
        </p:spPr>
        <p:txBody>
          <a:bodyPr vert="horz" lIns="36000" tIns="0" rIns="36000" bIns="0" rtlCol="0" anchor="ctr">
            <a:noAutofit/>
          </a:bodyPr>
          <a:lstStyle>
            <a:lvl1pPr>
              <a:defRPr lang="fr-FR" sz="1000" b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de-DE"/>
              <a:t>Tabelle durch Klicken auf Symbol hinzufügen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6609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Whit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658813" y="1773237"/>
            <a:ext cx="10909795" cy="122371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>
              <a:defRPr sz="1600"/>
            </a:lvl2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6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983109" y="3320988"/>
            <a:ext cx="2736000" cy="1548000"/>
          </a:xfrm>
          <a:solidFill>
            <a:schemeClr val="bg1"/>
          </a:solidFill>
          <a:ln w="6350"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tx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8000" y="3320988"/>
            <a:ext cx="2736000" cy="1548000"/>
          </a:xfrm>
          <a:solidFill>
            <a:schemeClr val="bg1"/>
          </a:solidFill>
          <a:ln w="6350"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tx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6" hasCustomPrompt="1"/>
          </p:nvPr>
        </p:nvSpPr>
        <p:spPr>
          <a:xfrm>
            <a:off x="8439045" y="3320988"/>
            <a:ext cx="2736000" cy="1548000"/>
          </a:xfrm>
          <a:solidFill>
            <a:schemeClr val="bg1"/>
          </a:solidFill>
          <a:ln w="6350"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tx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348889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Re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658813" y="1773237"/>
            <a:ext cx="10909795" cy="122371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>
              <a:defRPr sz="1600"/>
            </a:lvl2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6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2723862" y="3164692"/>
            <a:ext cx="2736000" cy="1548000"/>
          </a:xfrm>
          <a:solidFill>
            <a:schemeClr val="tx2"/>
          </a:solidFill>
          <a:ln w="6350">
            <a:noFill/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3164692"/>
            <a:ext cx="2736000" cy="1548000"/>
          </a:xfrm>
          <a:solidFill>
            <a:schemeClr val="tx2"/>
          </a:solidFill>
          <a:ln w="6350">
            <a:noFill/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2675620" y="4974733"/>
            <a:ext cx="2736000" cy="97521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065468" y="4974732"/>
            <a:ext cx="2736000" cy="97521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21232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658813" y="1773237"/>
            <a:ext cx="5437187" cy="41767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434268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81089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olbox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255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1475" y="141477"/>
            <a:ext cx="11448000" cy="814406"/>
          </a:xfrm>
        </p:spPr>
        <p:txBody>
          <a:bodyPr vert="horz" lIns="36000" tIns="0" rIns="36000" bIns="0" rtlCol="0" anchor="ctr">
            <a:noAutofit/>
          </a:bodyPr>
          <a:lstStyle>
            <a:lvl1pPr>
              <a:defRPr lang="en-US" sz="2400" noProof="0" dirty="0"/>
            </a:lvl1pPr>
          </a:lstStyle>
          <a:p>
            <a:pPr lvl="0" defTabSz="914400">
              <a:lnSpc>
                <a:spcPct val="90000"/>
              </a:lnSpc>
            </a:pPr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err="1"/>
              <a:t>Präsentationstitel</a:t>
            </a:r>
            <a:r>
              <a:rPr lang="fr-FR"/>
              <a:t> | </a:t>
            </a:r>
            <a:r>
              <a:rPr lang="fr-FR" err="1"/>
              <a:t>Datum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132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58813" y="152636"/>
            <a:ext cx="10909795" cy="814405"/>
          </a:xfrm>
          <a:prstGeom prst="rect">
            <a:avLst/>
          </a:prstGeom>
        </p:spPr>
        <p:txBody>
          <a:bodyPr vert="horz" lIns="36000" tIns="0" rIns="36000" bIns="0" rtlCol="0" anchor="ctr">
            <a:noAutofit/>
          </a:bodyPr>
          <a:lstStyle/>
          <a:p>
            <a:r>
              <a:rPr lang="en-US" noProof="0" err="1"/>
              <a:t>Modifiez</a:t>
            </a:r>
            <a:r>
              <a:rPr lang="en-US" noProof="0"/>
              <a:t> le style du </a:t>
            </a:r>
            <a:r>
              <a:rPr lang="en-US" noProof="0" err="1"/>
              <a:t>titre</a:t>
            </a:r>
            <a:endParaRPr lang="en-US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8813" y="1773237"/>
            <a:ext cx="10909795" cy="4176711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/>
          <a:p>
            <a:pPr lvl="0"/>
            <a:r>
              <a:rPr lang="en-US" noProof="0" err="1"/>
              <a:t>Modifiez</a:t>
            </a:r>
            <a:r>
              <a:rPr lang="en-US" noProof="0"/>
              <a:t> les styles du </a:t>
            </a:r>
            <a:r>
              <a:rPr lang="en-US" noProof="0" err="1"/>
              <a:t>texte</a:t>
            </a:r>
            <a:r>
              <a:rPr lang="en-US" noProof="0"/>
              <a:t> du masque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2"/>
            <a:r>
              <a:rPr lang="en-US" noProof="0" err="1"/>
              <a:t>Troisième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3"/>
            <a:r>
              <a:rPr lang="en-US" noProof="0" err="1"/>
              <a:t>Quatrième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4"/>
            <a:r>
              <a:rPr lang="en-US" noProof="0" err="1"/>
              <a:t>Cinquième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5"/>
            <a:r>
              <a:rPr lang="en-US" noProof="0" err="1"/>
              <a:t>Sixième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756000" y="6534819"/>
            <a:ext cx="4680000" cy="123111"/>
          </a:xfrm>
          <a:prstGeom prst="rect">
            <a:avLst/>
          </a:prstGeom>
        </p:spPr>
        <p:txBody>
          <a:bodyPr vert="horz" lIns="36000" tIns="0" rIns="36000" bIns="0" rtlCol="0" anchor="b">
            <a:noAutofit/>
          </a:bodyPr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Präsentationstitel | Datum</a:t>
            </a:r>
            <a:endParaRPr lang="en-US"/>
          </a:p>
        </p:txBody>
      </p:sp>
      <p:sp>
        <p:nvSpPr>
          <p:cNvPr id="8" name="ZoneTexte 7"/>
          <p:cNvSpPr txBox="1"/>
          <p:nvPr/>
        </p:nvSpPr>
        <p:spPr>
          <a:xfrm>
            <a:off x="11737934" y="6534819"/>
            <a:ext cx="298726" cy="123111"/>
          </a:xfrm>
          <a:prstGeom prst="rect">
            <a:avLst/>
          </a:prstGeom>
          <a:noFill/>
        </p:spPr>
        <p:txBody>
          <a:bodyPr wrap="none" lIns="36000" tIns="0" rIns="36000" bIns="0" rtlCol="0" anchor="b">
            <a:spAutoFit/>
          </a:bodyPr>
          <a:lstStyle/>
          <a:p>
            <a:pPr algn="r"/>
            <a:fld id="{41FC122B-9992-47DE-B0E9-AABF40F54929}" type="slidenum">
              <a:rPr lang="en-US" sz="800" noProof="0" smtClean="0"/>
              <a:pPr algn="r"/>
              <a:t>‹Nr.›</a:t>
            </a:fld>
            <a:endParaRPr lang="en-US" sz="800" noProof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248" y="6427336"/>
            <a:ext cx="1152000" cy="27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878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4" r:id="rId4"/>
    <p:sldLayoutId id="2147483661" r:id="rId5"/>
    <p:sldLayoutId id="2147483662" r:id="rId6"/>
    <p:sldLayoutId id="2147483650" r:id="rId7"/>
    <p:sldLayoutId id="2147483653" r:id="rId8"/>
    <p:sldLayoutId id="2147483656" r:id="rId9"/>
    <p:sldLayoutId id="2147483657" r:id="rId10"/>
    <p:sldLayoutId id="2147483660" r:id="rId11"/>
    <p:sldLayoutId id="2147483658" r:id="rId12"/>
    <p:sldLayoutId id="2147483659" r:id="rId13"/>
    <p:sldLayoutId id="2147483664" r:id="rId14"/>
    <p:sldLayoutId id="2147483665" r:id="rId15"/>
    <p:sldLayoutId id="2147483663" r:id="rId16"/>
    <p:sldLayoutId id="2147483652" r:id="rId17"/>
    <p:sldLayoutId id="2147483666" r:id="rId18"/>
    <p:sldLayoutId id="2147483667" r:id="rId19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1200"/>
        </a:spcBef>
        <a:buSzPct val="70000"/>
        <a:buFont typeface="Wingdings" panose="05000000000000000000" pitchFamily="2" charset="2"/>
        <a:buChar char=""/>
        <a:defRPr sz="1600" b="1" kern="1200">
          <a:solidFill>
            <a:schemeClr val="accent5"/>
          </a:solidFill>
          <a:latin typeface="+mn-lt"/>
          <a:ea typeface="+mn-ea"/>
          <a:cs typeface="+mn-cs"/>
        </a:defRPr>
      </a:lvl1pPr>
      <a:lvl2pPr marL="18000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144000" algn="l" defTabSz="914400" rtl="0" eaLnBrk="1" latinLnBrk="0" hangingPunct="1">
        <a:lnSpc>
          <a:spcPct val="100000"/>
        </a:lnSpc>
        <a:spcBef>
          <a:spcPts val="1200"/>
        </a:spcBef>
        <a:buSzPct val="80000"/>
        <a:buFont typeface="Wingdings" panose="05000000000000000000" pitchFamily="2" charset="2"/>
        <a:buChar char="l"/>
        <a:defRPr sz="1200" b="1" kern="1200">
          <a:solidFill>
            <a:schemeClr val="accent2"/>
          </a:solidFill>
          <a:latin typeface="+mn-lt"/>
          <a:ea typeface="+mn-ea"/>
          <a:cs typeface="+mn-cs"/>
        </a:defRPr>
      </a:lvl3pPr>
      <a:lvl4pPr marL="50400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00000"/>
        </a:lnSpc>
        <a:spcBef>
          <a:spcPts val="600"/>
        </a:spcBef>
        <a:buFont typeface="Verdana" panose="020B060403050404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buFontTx/>
        <a:buNone/>
        <a:defRPr sz="1000" i="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415" userDrawn="1">
          <p15:clr>
            <a:srgbClr val="F26B43"/>
          </p15:clr>
        </p15:guide>
        <p15:guide id="4" pos="5360" userDrawn="1">
          <p15:clr>
            <a:srgbClr val="F26B43"/>
          </p15:clr>
        </p15:guide>
        <p15:guide id="5" pos="7287" userDrawn="1">
          <p15:clr>
            <a:srgbClr val="F26B43"/>
          </p15:clr>
        </p15:guide>
        <p15:guide id="6" pos="166" userDrawn="1">
          <p15:clr>
            <a:srgbClr val="F26B43"/>
          </p15:clr>
        </p15:guide>
        <p15:guide id="7" orient="horz" pos="3748" userDrawn="1">
          <p15:clr>
            <a:srgbClr val="F26B43"/>
          </p15:clr>
        </p15:guide>
        <p15:guide id="8" orient="horz" pos="1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5590A8-EB57-4FBE-94E5-BD892151E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219" y="161396"/>
            <a:ext cx="11448000" cy="814406"/>
          </a:xfrm>
        </p:spPr>
        <p:txBody>
          <a:bodyPr vert="horz" lIns="36000" tIns="0" rIns="36000" bIns="0" rtlCol="0" anchor="ctr">
            <a:noAutofit/>
          </a:bodyPr>
          <a:lstStyle/>
          <a:p>
            <a:r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t>ORGANIGRAMM Transdev Rechtsabteilung</a:t>
            </a:r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2470929B-B7B0-463C-B8F3-D3C366DB518D}"/>
              </a:ext>
            </a:extLst>
          </p:cNvPr>
          <p:cNvSpPr/>
          <p:nvPr/>
        </p:nvSpPr>
        <p:spPr>
          <a:xfrm>
            <a:off x="4703292" y="1340768"/>
            <a:ext cx="2821560" cy="51679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65303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Leiterin Recht - Anja Kühler  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(Stellvertreter - Adrian Hubig)</a:t>
            </a:r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7DB8A3B4-677F-46E8-9366-DF137DF89A7E}"/>
              </a:ext>
            </a:extLst>
          </p:cNvPr>
          <p:cNvSpPr/>
          <p:nvPr/>
        </p:nvSpPr>
        <p:spPr>
          <a:xfrm>
            <a:off x="7464152" y="6515974"/>
            <a:ext cx="1443234" cy="1179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73026" fontAlgn="base">
              <a:spcBef>
                <a:spcPct val="0"/>
              </a:spcBef>
              <a:spcAft>
                <a:spcPct val="0"/>
              </a:spcAft>
            </a:pPr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</a:t>
            </a:r>
            <a:r>
              <a:rPr lang="de-DE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10.07.2026</a:t>
            </a:r>
            <a:endParaRPr lang="de-DE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312ECC7E-EDF7-4203-9A8D-6A6CBF363AF6}"/>
              </a:ext>
            </a:extLst>
          </p:cNvPr>
          <p:cNvSpPr/>
          <p:nvPr/>
        </p:nvSpPr>
        <p:spPr>
          <a:xfrm>
            <a:off x="72348" y="6053775"/>
            <a:ext cx="3027410" cy="1179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73026" fontAlgn="base">
              <a:spcBef>
                <a:spcPct val="0"/>
              </a:spcBef>
              <a:spcAft>
                <a:spcPct val="0"/>
              </a:spcAft>
            </a:pPr>
            <a:r>
              <a:rPr lang="de-DE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 Organigramm ist nur für den internen Gebrauch bestimmt.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757F8D4-9879-45F9-890F-503B84759B14}"/>
              </a:ext>
            </a:extLst>
          </p:cNvPr>
          <p:cNvSpPr/>
          <p:nvPr/>
        </p:nvSpPr>
        <p:spPr>
          <a:xfrm>
            <a:off x="3697698" y="3405601"/>
            <a:ext cx="1260000" cy="500574"/>
          </a:xfrm>
          <a:prstGeom prst="rect">
            <a:avLst/>
          </a:prstGeom>
          <a:solidFill>
            <a:srgbClr val="87A0B4"/>
          </a:solidFill>
          <a:ln>
            <a:solidFill>
              <a:srgbClr val="87A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57277" anchor="ctr"/>
          <a:lstStyle/>
          <a:p>
            <a:pPr algn="ctr"/>
            <a:r>
              <a:rPr lang="de-DE" sz="640" cap="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Schadens- und Versicherungsrecht </a:t>
            </a:r>
            <a:r>
              <a:rPr lang="de-DE" sz="64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Cornelia Sauer</a:t>
            </a:r>
            <a:br>
              <a:rPr lang="de-DE" sz="6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6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0,6 </a:t>
            </a:r>
            <a:r>
              <a:rPr lang="de-DE" sz="64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FTE</a:t>
            </a:r>
          </a:p>
          <a:p>
            <a:pPr algn="ctr"/>
            <a:endParaRPr lang="de-DE" sz="64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19A93583-92AC-4E67-BED2-BC94248B6767}"/>
              </a:ext>
            </a:extLst>
          </p:cNvPr>
          <p:cNvSpPr/>
          <p:nvPr/>
        </p:nvSpPr>
        <p:spPr>
          <a:xfrm>
            <a:off x="5384253" y="2482636"/>
            <a:ext cx="1459638" cy="537572"/>
          </a:xfrm>
          <a:prstGeom prst="rect">
            <a:avLst/>
          </a:prstGeom>
          <a:solidFill>
            <a:srgbClr val="87A0B4"/>
          </a:solidFill>
          <a:ln>
            <a:solidFill>
              <a:srgbClr val="87A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8638" rIns="28638" anchor="ctr"/>
          <a:lstStyle/>
          <a:p>
            <a:pPr algn="ctr" defTabSz="473026" fontAlgn="base">
              <a:spcBef>
                <a:spcPct val="0"/>
              </a:spcBef>
              <a:spcAft>
                <a:spcPct val="0"/>
              </a:spcAft>
            </a:pPr>
            <a:r>
              <a:rPr lang="de-DE" sz="640" cap="all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Gesellschaftsrecht,  M&amp;A  Beteiligungsverwaltung </a:t>
            </a:r>
            <a:r>
              <a:rPr lang="de-DE" sz="640" dirty="0">
                <a:solidFill>
                  <a:schemeClr val="bg1"/>
                </a:solidFill>
              </a:rPr>
              <a:t>**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64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Leitung:</a:t>
            </a:r>
            <a:r>
              <a:rPr lang="de-DE" sz="800" dirty="0">
                <a:solidFill>
                  <a:schemeClr val="bg1"/>
                </a:solidFill>
              </a:rPr>
              <a:t> </a:t>
            </a:r>
            <a:r>
              <a:rPr lang="de-DE" sz="64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Anja Kühler</a:t>
            </a:r>
          </a:p>
          <a:p>
            <a:pPr defTabSz="637595" fontAlgn="base">
              <a:spcBef>
                <a:spcPct val="0"/>
              </a:spcBef>
              <a:spcAft>
                <a:spcPct val="0"/>
              </a:spcAft>
            </a:pPr>
            <a:endParaRPr lang="de-DE" altLang="de-DE" sz="640" baseline="300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78E95F43-2816-493F-8C32-D25B44701CD7}"/>
              </a:ext>
            </a:extLst>
          </p:cNvPr>
          <p:cNvSpPr/>
          <p:nvPr/>
        </p:nvSpPr>
        <p:spPr>
          <a:xfrm>
            <a:off x="1877584" y="2482635"/>
            <a:ext cx="1260000" cy="514317"/>
          </a:xfrm>
          <a:prstGeom prst="rect">
            <a:avLst/>
          </a:prstGeom>
          <a:solidFill>
            <a:srgbClr val="87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57277" anchor="ctr"/>
          <a:lstStyle/>
          <a:p>
            <a:pPr algn="ctr"/>
            <a:r>
              <a:rPr lang="de-DE" sz="640" cap="all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Kartell-, Regulierungs- und Vergaberecht</a:t>
            </a:r>
            <a:r>
              <a:rPr lang="de-DE" sz="800" cap="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640" dirty="0">
                <a:solidFill>
                  <a:schemeClr val="bg1"/>
                </a:solidFill>
              </a:rPr>
              <a:t>*</a:t>
            </a:r>
          </a:p>
          <a:p>
            <a:pPr algn="ctr" defTabSz="473026" fontAlgn="base">
              <a:spcBef>
                <a:spcPct val="0"/>
              </a:spcBef>
              <a:spcAft>
                <a:spcPct val="0"/>
              </a:spcAft>
            </a:pPr>
            <a:r>
              <a:rPr lang="de-DE" sz="64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Leitung: Adrian Hubig</a:t>
            </a:r>
          </a:p>
          <a:p>
            <a:pPr algn="ctr" defTabSz="473026" fontAlgn="base">
              <a:spcBef>
                <a:spcPct val="0"/>
              </a:spcBef>
              <a:spcAft>
                <a:spcPct val="0"/>
              </a:spcAft>
            </a:pPr>
            <a:r>
              <a:rPr lang="de-DE" sz="64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1,0 FTE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19D04CBC-0269-95DE-96E2-88F93EF774DB}"/>
              </a:ext>
            </a:extLst>
          </p:cNvPr>
          <p:cNvGrpSpPr/>
          <p:nvPr/>
        </p:nvGrpSpPr>
        <p:grpSpPr>
          <a:xfrm>
            <a:off x="2063552" y="3303993"/>
            <a:ext cx="1260000" cy="1938687"/>
            <a:chOff x="2135561" y="3303993"/>
            <a:chExt cx="1260000" cy="1938687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5996FAD6-C8FD-23D6-45AA-AD8550C501E4}"/>
                </a:ext>
              </a:extLst>
            </p:cNvPr>
            <p:cNvSpPr/>
            <p:nvPr/>
          </p:nvSpPr>
          <p:spPr>
            <a:xfrm>
              <a:off x="2135561" y="3303993"/>
              <a:ext cx="1260000" cy="702152"/>
            </a:xfrm>
            <a:prstGeom prst="rect">
              <a:avLst/>
            </a:prstGeom>
            <a:solidFill>
              <a:srgbClr val="87A0B4"/>
            </a:solidFill>
            <a:ln>
              <a:solidFill>
                <a:srgbClr val="87A0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57277" anchor="ctr"/>
            <a:lstStyle/>
            <a:p>
              <a:pPr algn="ctr"/>
              <a:r>
                <a:rPr lang="de-DE" sz="640" cap="all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Kartell- und Regulierungsrecht</a:t>
              </a:r>
            </a:p>
            <a:p>
              <a:pPr algn="ctr"/>
              <a:r>
                <a:rPr lang="de-DE" sz="640" cap="all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Einnahme-Aufteilung / Tarife </a:t>
              </a:r>
            </a:p>
            <a:p>
              <a:pPr algn="ctr"/>
              <a:r>
                <a:rPr lang="de-DE" sz="64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Adrian Hubig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F9AA29CB-D14B-27D7-5A42-41B850E7D2E2}"/>
                </a:ext>
              </a:extLst>
            </p:cNvPr>
            <p:cNvSpPr/>
            <p:nvPr/>
          </p:nvSpPr>
          <p:spPr>
            <a:xfrm>
              <a:off x="2135561" y="4155801"/>
              <a:ext cx="1260000" cy="542014"/>
            </a:xfrm>
            <a:prstGeom prst="rect">
              <a:avLst/>
            </a:prstGeom>
            <a:solidFill>
              <a:srgbClr val="87A0B4"/>
            </a:solidFill>
            <a:ln>
              <a:solidFill>
                <a:srgbClr val="87A0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57277" anchor="ctr"/>
            <a:lstStyle/>
            <a:p>
              <a:pPr algn="ctr"/>
              <a:r>
                <a:rPr lang="de-DE" sz="640" cap="all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Vergaberecht</a:t>
              </a:r>
              <a:r>
                <a:rPr lang="de-DE" sz="640" dirty="0">
                  <a:solidFill>
                    <a:srgbClr val="FFFFFF"/>
                  </a:solidFill>
                </a:rPr>
                <a:t> *</a:t>
              </a:r>
            </a:p>
            <a:p>
              <a:pPr algn="ctr"/>
              <a:r>
                <a:rPr lang="de-DE" sz="64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Lena</a:t>
              </a:r>
              <a:r>
                <a:rPr lang="de-DE" sz="800" dirty="0">
                  <a:solidFill>
                    <a:srgbClr val="FFFFFF"/>
                  </a:solidFill>
                </a:rPr>
                <a:t> </a:t>
              </a:r>
              <a:r>
                <a:rPr lang="de-DE" sz="64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Voigt </a:t>
              </a:r>
            </a:p>
            <a:p>
              <a:pPr algn="ctr"/>
              <a:r>
                <a:rPr lang="de-DE" sz="64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1,0 FTE</a:t>
              </a:r>
            </a:p>
            <a:p>
              <a:pPr algn="ctr"/>
              <a:r>
                <a:rPr lang="de-DE" sz="64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EZ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FB027181-2AAC-2A2E-570A-0DF4DDA150CF}"/>
                </a:ext>
              </a:extLst>
            </p:cNvPr>
            <p:cNvSpPr/>
            <p:nvPr/>
          </p:nvSpPr>
          <p:spPr>
            <a:xfrm>
              <a:off x="2135561" y="4847472"/>
              <a:ext cx="1260000" cy="395208"/>
            </a:xfrm>
            <a:prstGeom prst="rect">
              <a:avLst/>
            </a:prstGeom>
            <a:solidFill>
              <a:srgbClr val="87A0B4"/>
            </a:solidFill>
            <a:ln>
              <a:solidFill>
                <a:srgbClr val="87A0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57277" anchor="ctr"/>
            <a:lstStyle/>
            <a:p>
              <a:pPr algn="ctr"/>
              <a:r>
                <a:rPr lang="de-DE" sz="640" cap="all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Vergaberecht</a:t>
              </a:r>
              <a:r>
                <a:rPr lang="de-DE" sz="800">
                  <a:solidFill>
                    <a:srgbClr val="FFFFFF"/>
                  </a:solidFill>
                </a:rPr>
                <a:t> </a:t>
              </a:r>
              <a:r>
                <a:rPr lang="de-DE" sz="640">
                  <a:solidFill>
                    <a:srgbClr val="FFFFFF"/>
                  </a:solidFill>
                </a:rPr>
                <a:t>*</a:t>
              </a:r>
            </a:p>
            <a:p>
              <a:pPr algn="ctr"/>
              <a:r>
                <a:rPr lang="de-DE" sz="64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Luisa Härtel</a:t>
              </a:r>
            </a:p>
            <a:p>
              <a:pPr algn="ctr"/>
              <a:r>
                <a:rPr lang="de-DE" sz="64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1,0 FTE</a:t>
              </a:r>
            </a:p>
          </p:txBody>
        </p:sp>
      </p:grpSp>
      <p:sp>
        <p:nvSpPr>
          <p:cNvPr id="29" name="Rechteck 28">
            <a:extLst>
              <a:ext uri="{FF2B5EF4-FFF2-40B4-BE49-F238E27FC236}">
                <a16:creationId xmlns:a16="http://schemas.microsoft.com/office/drawing/2014/main" id="{8C027907-CFCB-6CFA-142D-1247F873DDB7}"/>
              </a:ext>
            </a:extLst>
          </p:cNvPr>
          <p:cNvSpPr/>
          <p:nvPr/>
        </p:nvSpPr>
        <p:spPr>
          <a:xfrm>
            <a:off x="5663952" y="3366918"/>
            <a:ext cx="1455855" cy="395208"/>
          </a:xfrm>
          <a:prstGeom prst="rect">
            <a:avLst/>
          </a:prstGeom>
          <a:solidFill>
            <a:srgbClr val="87A0B4"/>
          </a:solidFill>
          <a:ln>
            <a:solidFill>
              <a:srgbClr val="87A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57277" anchor="ctr"/>
          <a:lstStyle/>
          <a:p>
            <a:pPr algn="ctr"/>
            <a:r>
              <a:rPr lang="de-DE" sz="640" cap="all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Gesellschaftsrecht / M&amp;A</a:t>
            </a:r>
            <a:r>
              <a:rPr lang="de-DE" sz="800">
                <a:solidFill>
                  <a:schemeClr val="bg1"/>
                </a:solidFill>
              </a:rPr>
              <a:t> </a:t>
            </a:r>
            <a:br>
              <a:rPr lang="de-DE" sz="800">
                <a:solidFill>
                  <a:schemeClr val="bg1"/>
                </a:solidFill>
              </a:rPr>
            </a:br>
            <a:r>
              <a:rPr lang="de-DE" sz="64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Anja Kühler + Adrian Hubig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0408D85F-FAAB-2FF9-2363-FFA3328BA435}"/>
              </a:ext>
            </a:extLst>
          </p:cNvPr>
          <p:cNvSpPr/>
          <p:nvPr/>
        </p:nvSpPr>
        <p:spPr>
          <a:xfrm>
            <a:off x="5663951" y="3975157"/>
            <a:ext cx="1455857" cy="500850"/>
          </a:xfrm>
          <a:prstGeom prst="rect">
            <a:avLst/>
          </a:prstGeom>
          <a:solidFill>
            <a:srgbClr val="87A0B4"/>
          </a:solidFill>
          <a:ln>
            <a:solidFill>
              <a:srgbClr val="87A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57277" bIns="45720" anchor="ctr"/>
          <a:lstStyle/>
          <a:p>
            <a:pPr algn="ctr"/>
            <a:r>
              <a:rPr lang="de-DE" sz="640" cap="all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Gesellschaftsrecht / Beteiligungsverwaltung  ** </a:t>
            </a:r>
            <a:br>
              <a:rPr lang="de-DE" sz="640" cap="all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64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Linda Hielscher</a:t>
            </a:r>
          </a:p>
          <a:p>
            <a:pPr algn="ctr"/>
            <a:r>
              <a:rPr lang="de-DE" sz="640">
                <a:solidFill>
                  <a:schemeClr val="bg1"/>
                </a:solidFill>
                <a:highlight>
                  <a:srgbClr val="87A0B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0,85 FTE</a:t>
            </a:r>
            <a:endParaRPr lang="de-DE" sz="640" dirty="0">
              <a:solidFill>
                <a:schemeClr val="bg1"/>
              </a:solidFill>
              <a:highlight>
                <a:srgbClr val="87A0B4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79A9FAF-FDDE-230D-75D6-78D3CF696F9A}"/>
              </a:ext>
            </a:extLst>
          </p:cNvPr>
          <p:cNvSpPr/>
          <p:nvPr/>
        </p:nvSpPr>
        <p:spPr>
          <a:xfrm>
            <a:off x="5663952" y="4725355"/>
            <a:ext cx="1455855" cy="537169"/>
          </a:xfrm>
          <a:prstGeom prst="rect">
            <a:avLst/>
          </a:prstGeom>
          <a:solidFill>
            <a:srgbClr val="87A0B4"/>
          </a:solidFill>
          <a:ln>
            <a:solidFill>
              <a:srgbClr val="87A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57277" anchor="ctr"/>
          <a:lstStyle/>
          <a:p>
            <a:pPr algn="ctr"/>
            <a:r>
              <a:rPr lang="de-DE" sz="640" cap="all">
                <a:solidFill>
                  <a:schemeClr val="bg1"/>
                </a:solidFill>
                <a:highlight>
                  <a:srgbClr val="87A0B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Gesellschaftsrecht Beteiligungsverwaltung **</a:t>
            </a:r>
            <a:br>
              <a:rPr lang="de-DE" sz="640" cap="all">
                <a:solidFill>
                  <a:schemeClr val="bg1"/>
                </a:solidFill>
                <a:highlight>
                  <a:srgbClr val="87A0B4"/>
                </a:highligh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640">
                <a:solidFill>
                  <a:schemeClr val="bg1"/>
                </a:solidFill>
                <a:highlight>
                  <a:srgbClr val="87A0B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Barbara Schilling</a:t>
            </a:r>
            <a:br>
              <a:rPr lang="de-DE" sz="640">
                <a:solidFill>
                  <a:schemeClr val="bg1"/>
                </a:solidFill>
                <a:highlight>
                  <a:srgbClr val="87A0B4"/>
                </a:highligh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640">
                <a:solidFill>
                  <a:schemeClr val="bg1"/>
                </a:solidFill>
                <a:highlight>
                  <a:srgbClr val="87A0B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0,59 FTE</a:t>
            </a:r>
          </a:p>
        </p:txBody>
      </p: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14AD8198-9C9F-00D9-2691-4BF57A9E0203}"/>
              </a:ext>
            </a:extLst>
          </p:cNvPr>
          <p:cNvGrpSpPr/>
          <p:nvPr/>
        </p:nvGrpSpPr>
        <p:grpSpPr>
          <a:xfrm>
            <a:off x="1842351" y="3020208"/>
            <a:ext cx="365217" cy="2060139"/>
            <a:chOff x="1849096" y="3020209"/>
            <a:chExt cx="365217" cy="1880500"/>
          </a:xfrm>
        </p:grpSpPr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F02DB59C-8113-BD4B-E6B6-57F3A022EFC6}"/>
                </a:ext>
              </a:extLst>
            </p:cNvPr>
            <p:cNvCxnSpPr>
              <a:cxnSpLocks/>
            </p:cNvCxnSpPr>
            <p:nvPr/>
          </p:nvCxnSpPr>
          <p:spPr>
            <a:xfrm>
              <a:off x="1849096" y="3020209"/>
              <a:ext cx="5177" cy="1880500"/>
            </a:xfrm>
            <a:prstGeom prst="line">
              <a:avLst/>
            </a:prstGeom>
            <a:ln w="9525">
              <a:solidFill>
                <a:srgbClr val="87A0B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mit Pfeil 52">
              <a:extLst>
                <a:ext uri="{FF2B5EF4-FFF2-40B4-BE49-F238E27FC236}">
                  <a16:creationId xmlns:a16="http://schemas.microsoft.com/office/drawing/2014/main" id="{956A4590-BC7A-3563-1FAF-C62FA20DEE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138" y="3603667"/>
              <a:ext cx="360040" cy="0"/>
            </a:xfrm>
            <a:prstGeom prst="straightConnector1">
              <a:avLst/>
            </a:prstGeom>
            <a:ln w="9525">
              <a:solidFill>
                <a:srgbClr val="87A0B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mit Pfeil 56">
              <a:extLst>
                <a:ext uri="{FF2B5EF4-FFF2-40B4-BE49-F238E27FC236}">
                  <a16:creationId xmlns:a16="http://schemas.microsoft.com/office/drawing/2014/main" id="{3DFA3391-94D0-0554-21BE-DFCB7E890A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4273" y="4353405"/>
              <a:ext cx="360040" cy="0"/>
            </a:xfrm>
            <a:prstGeom prst="straightConnector1">
              <a:avLst/>
            </a:prstGeom>
            <a:ln w="9525">
              <a:solidFill>
                <a:srgbClr val="87A0B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mit Pfeil 57">
              <a:extLst>
                <a:ext uri="{FF2B5EF4-FFF2-40B4-BE49-F238E27FC236}">
                  <a16:creationId xmlns:a16="http://schemas.microsoft.com/office/drawing/2014/main" id="{3C1F8220-4D62-9581-2C73-BA0121BD32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4273" y="4900709"/>
              <a:ext cx="360040" cy="0"/>
            </a:xfrm>
            <a:prstGeom prst="straightConnector1">
              <a:avLst/>
            </a:prstGeom>
            <a:ln w="9525">
              <a:solidFill>
                <a:srgbClr val="87A0B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6F1BFAAA-FF75-3956-B3D7-066D0E53D300}"/>
              </a:ext>
            </a:extLst>
          </p:cNvPr>
          <p:cNvCxnSpPr>
            <a:cxnSpLocks/>
          </p:cNvCxnSpPr>
          <p:nvPr/>
        </p:nvCxnSpPr>
        <p:spPr>
          <a:xfrm>
            <a:off x="5447928" y="2996952"/>
            <a:ext cx="17120" cy="2767814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46674002-790A-A8D4-FB45-A99A86A53845}"/>
              </a:ext>
            </a:extLst>
          </p:cNvPr>
          <p:cNvCxnSpPr>
            <a:cxnSpLocks/>
          </p:cNvCxnSpPr>
          <p:nvPr/>
        </p:nvCxnSpPr>
        <p:spPr>
          <a:xfrm flipH="1">
            <a:off x="5450970" y="3580410"/>
            <a:ext cx="360040" cy="0"/>
          </a:xfrm>
          <a:prstGeom prst="straightConnector1">
            <a:avLst/>
          </a:prstGeom>
          <a:ln w="9525">
            <a:solidFill>
              <a:srgbClr val="87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65F1B83A-48C5-AF1B-4B1A-63F46A543CA4}"/>
              </a:ext>
            </a:extLst>
          </p:cNvPr>
          <p:cNvCxnSpPr>
            <a:cxnSpLocks/>
          </p:cNvCxnSpPr>
          <p:nvPr/>
        </p:nvCxnSpPr>
        <p:spPr>
          <a:xfrm flipH="1">
            <a:off x="5447927" y="4293096"/>
            <a:ext cx="360040" cy="0"/>
          </a:xfrm>
          <a:prstGeom prst="straightConnector1">
            <a:avLst/>
          </a:prstGeom>
          <a:ln w="9525">
            <a:solidFill>
              <a:srgbClr val="87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A9B3C7A3-8DC9-368A-F9AB-7E9BD6FFCF93}"/>
              </a:ext>
            </a:extLst>
          </p:cNvPr>
          <p:cNvCxnSpPr>
            <a:cxnSpLocks/>
          </p:cNvCxnSpPr>
          <p:nvPr/>
        </p:nvCxnSpPr>
        <p:spPr>
          <a:xfrm flipH="1">
            <a:off x="5459516" y="5013176"/>
            <a:ext cx="360040" cy="0"/>
          </a:xfrm>
          <a:prstGeom prst="straightConnector1">
            <a:avLst/>
          </a:prstGeom>
          <a:ln w="9525">
            <a:solidFill>
              <a:srgbClr val="87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feld 77">
            <a:extLst>
              <a:ext uri="{FF2B5EF4-FFF2-40B4-BE49-F238E27FC236}">
                <a16:creationId xmlns:a16="http://schemas.microsoft.com/office/drawing/2014/main" id="{CF8D548C-8BAB-9315-C454-6243AE044D50}"/>
              </a:ext>
            </a:extLst>
          </p:cNvPr>
          <p:cNvSpPr txBox="1"/>
          <p:nvPr/>
        </p:nvSpPr>
        <p:spPr>
          <a:xfrm>
            <a:off x="7541431" y="5848685"/>
            <a:ext cx="4569787" cy="36933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de-DE" sz="800">
                <a:latin typeface="Arial" panose="020B0604020202020204" pitchFamily="34" charset="0"/>
                <a:cs typeface="Arial" panose="020B0604020202020204" pitchFamily="34" charset="0"/>
              </a:rPr>
              <a:t>*     Vergaberecht, Verkehrsverträge, PBefG-Recht und Subventionsrecht</a:t>
            </a:r>
          </a:p>
          <a:p>
            <a:r>
              <a:rPr lang="de-DE" sz="800">
                <a:latin typeface="Arial" panose="020B0604020202020204" pitchFamily="34" charset="0"/>
                <a:cs typeface="Arial" panose="020B0604020202020204" pitchFamily="34" charset="0"/>
              </a:rPr>
              <a:t>**    beinhaltet die Vertragsdatenbank</a:t>
            </a:r>
          </a:p>
          <a:p>
            <a:r>
              <a:rPr lang="de-DE" sz="800">
                <a:latin typeface="Arial" panose="020B0604020202020204" pitchFamily="34" charset="0"/>
                <a:cs typeface="Arial" panose="020B0604020202020204" pitchFamily="34" charset="0"/>
              </a:rPr>
              <a:t>***  Zivilrecht, IT-Recht, HGB-Recht, Fahrgastrechte, gewerblicher Rechtsschutz, Urheberrecht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BA539630-12A0-4023-9D8E-9B719B63D2AA}"/>
              </a:ext>
            </a:extLst>
          </p:cNvPr>
          <p:cNvSpPr/>
          <p:nvPr/>
        </p:nvSpPr>
        <p:spPr>
          <a:xfrm>
            <a:off x="9408368" y="2482635"/>
            <a:ext cx="1260000" cy="511614"/>
          </a:xfrm>
          <a:prstGeom prst="rect">
            <a:avLst/>
          </a:prstGeom>
          <a:solidFill>
            <a:srgbClr val="87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8638" rIns="28638" anchor="ctr"/>
          <a:lstStyle/>
          <a:p>
            <a:pPr algn="ctr"/>
            <a:r>
              <a:rPr lang="de-DE" sz="640" cap="all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Wirtschaftsrecht ***</a:t>
            </a:r>
          </a:p>
          <a:p>
            <a:pPr algn="ctr"/>
            <a:r>
              <a:rPr lang="de-DE" sz="64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Leitung: Sylvia Altrock</a:t>
            </a:r>
          </a:p>
          <a:p>
            <a:pPr algn="ctr"/>
            <a:r>
              <a:rPr lang="de-DE" sz="64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1,0 FTE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24775051-A9A6-7C73-0C7A-C322248D10C2}"/>
              </a:ext>
            </a:extLst>
          </p:cNvPr>
          <p:cNvGrpSpPr/>
          <p:nvPr/>
        </p:nvGrpSpPr>
        <p:grpSpPr>
          <a:xfrm>
            <a:off x="9588527" y="3366913"/>
            <a:ext cx="1332008" cy="1205156"/>
            <a:chOff x="9372503" y="3366918"/>
            <a:chExt cx="1332008" cy="975220"/>
          </a:xfrm>
        </p:grpSpPr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6B51C637-E84C-0169-A2B9-D9F9D321C577}"/>
                </a:ext>
              </a:extLst>
            </p:cNvPr>
            <p:cNvSpPr/>
            <p:nvPr/>
          </p:nvSpPr>
          <p:spPr>
            <a:xfrm>
              <a:off x="9372503" y="3366918"/>
              <a:ext cx="1332008" cy="395208"/>
            </a:xfrm>
            <a:prstGeom prst="rect">
              <a:avLst/>
            </a:prstGeom>
            <a:solidFill>
              <a:srgbClr val="87A0B4"/>
            </a:solidFill>
            <a:ln>
              <a:solidFill>
                <a:srgbClr val="87A0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57277" anchor="ctr"/>
            <a:lstStyle/>
            <a:p>
              <a:pPr algn="ctr"/>
              <a:r>
                <a:rPr lang="de-DE" sz="640" cap="all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Wirtschaftsrecht Schienengesellschaften</a:t>
              </a:r>
              <a:br>
                <a:rPr lang="de-DE" sz="640" cap="all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de-DE" sz="64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Sylvia Altrock</a:t>
              </a: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8B3754B3-62F0-35F5-20E8-FC63303A817F}"/>
                </a:ext>
              </a:extLst>
            </p:cNvPr>
            <p:cNvSpPr/>
            <p:nvPr/>
          </p:nvSpPr>
          <p:spPr>
            <a:xfrm>
              <a:off x="9372503" y="3946930"/>
              <a:ext cx="1332007" cy="395208"/>
            </a:xfrm>
            <a:prstGeom prst="rect">
              <a:avLst/>
            </a:prstGeom>
            <a:solidFill>
              <a:srgbClr val="87A0B4"/>
            </a:solidFill>
            <a:ln>
              <a:solidFill>
                <a:srgbClr val="87A0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57277" anchor="ctr"/>
            <a:lstStyle/>
            <a:p>
              <a:pPr algn="ctr"/>
              <a:r>
                <a:rPr lang="de-DE" sz="640" cap="all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Wirtschaftsrecht</a:t>
              </a:r>
              <a:br>
                <a:rPr lang="de-DE" sz="800">
                  <a:solidFill>
                    <a:srgbClr val="FFFFFF"/>
                  </a:solidFill>
                </a:rPr>
              </a:br>
              <a:r>
                <a:rPr lang="de-DE" sz="64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Xenia Penz</a:t>
              </a:r>
            </a:p>
            <a:p>
              <a:pPr algn="ctr"/>
              <a:r>
                <a:rPr lang="de-DE" sz="640">
                  <a:solidFill>
                    <a:schemeClr val="bg1"/>
                  </a:solidFill>
                  <a:highlight>
                    <a:srgbClr val="87A0B4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0,5 FTE</a:t>
              </a:r>
            </a:p>
          </p:txBody>
        </p:sp>
      </p:grpSp>
      <p:sp>
        <p:nvSpPr>
          <p:cNvPr id="39" name="Rechteck 38">
            <a:extLst>
              <a:ext uri="{FF2B5EF4-FFF2-40B4-BE49-F238E27FC236}">
                <a16:creationId xmlns:a16="http://schemas.microsoft.com/office/drawing/2014/main" id="{3AF896B4-6CCD-202F-C15D-F9143ABF1D96}"/>
              </a:ext>
            </a:extLst>
          </p:cNvPr>
          <p:cNvSpPr/>
          <p:nvPr/>
        </p:nvSpPr>
        <p:spPr>
          <a:xfrm>
            <a:off x="9588527" y="4867316"/>
            <a:ext cx="1332007" cy="395208"/>
          </a:xfrm>
          <a:prstGeom prst="rect">
            <a:avLst/>
          </a:prstGeom>
          <a:solidFill>
            <a:srgbClr val="87A0B4"/>
          </a:solidFill>
          <a:ln>
            <a:solidFill>
              <a:srgbClr val="87A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57277" anchor="ctr"/>
          <a:lstStyle/>
          <a:p>
            <a:pPr algn="ctr"/>
            <a:r>
              <a:rPr lang="de-DE" sz="640" cap="all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Wirtschaftsrecht</a:t>
            </a:r>
            <a:br>
              <a:rPr lang="de-DE" sz="640" cap="all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64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David Scholten</a:t>
            </a:r>
          </a:p>
          <a:p>
            <a:pPr algn="ctr"/>
            <a:r>
              <a:rPr lang="de-DE" sz="64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1,0 FTE</a:t>
            </a: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414A6B56-A960-FC3B-5C2E-E3D75F37480D}"/>
              </a:ext>
            </a:extLst>
          </p:cNvPr>
          <p:cNvSpPr/>
          <p:nvPr/>
        </p:nvSpPr>
        <p:spPr>
          <a:xfrm>
            <a:off x="7754807" y="3366919"/>
            <a:ext cx="1260000" cy="615344"/>
          </a:xfrm>
          <a:prstGeom prst="rect">
            <a:avLst/>
          </a:prstGeom>
          <a:solidFill>
            <a:srgbClr val="87A0B4"/>
          </a:solidFill>
          <a:ln>
            <a:solidFill>
              <a:srgbClr val="87A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57277" anchor="ctr"/>
          <a:lstStyle/>
          <a:p>
            <a:pPr algn="ctr"/>
            <a:r>
              <a:rPr lang="de-DE" sz="640" cap="all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ArbeitsRecht</a:t>
            </a:r>
            <a:r>
              <a:rPr lang="de-DE" sz="640" cap="all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Bahngesellschaften + Holding, </a:t>
            </a:r>
            <a:r>
              <a:rPr lang="de-DE" sz="640" cap="all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Führungsrkräfte</a:t>
            </a:r>
            <a:br>
              <a:rPr lang="de-DE" sz="640" cap="all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64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Jana Schulze</a:t>
            </a: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7D84191A-DDD3-F0A6-28F0-B698163FCF04}"/>
              </a:ext>
            </a:extLst>
          </p:cNvPr>
          <p:cNvSpPr/>
          <p:nvPr/>
        </p:nvSpPr>
        <p:spPr>
          <a:xfrm>
            <a:off x="7754807" y="5270901"/>
            <a:ext cx="1260000" cy="395208"/>
          </a:xfrm>
          <a:prstGeom prst="rect">
            <a:avLst/>
          </a:prstGeom>
          <a:solidFill>
            <a:srgbClr val="87A0B4"/>
          </a:solidFill>
          <a:ln>
            <a:solidFill>
              <a:srgbClr val="87A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57277" anchor="ctr"/>
          <a:lstStyle/>
          <a:p>
            <a:pPr algn="ctr"/>
            <a:r>
              <a:rPr lang="de-DE" sz="640" cap="all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Arbeitsrecht Busgesellschaften </a:t>
            </a:r>
            <a:br>
              <a:rPr lang="de-DE" sz="800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64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Thorsten Röhrig</a:t>
            </a:r>
            <a:endParaRPr lang="de-DE" sz="800" baseline="30000">
              <a:solidFill>
                <a:schemeClr val="bg1"/>
              </a:solidFill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024C0BC-18EF-EC5A-BBEF-DBBF1EBFD855}"/>
              </a:ext>
            </a:extLst>
          </p:cNvPr>
          <p:cNvGrpSpPr/>
          <p:nvPr/>
        </p:nvGrpSpPr>
        <p:grpSpPr>
          <a:xfrm>
            <a:off x="9405919" y="2996952"/>
            <a:ext cx="365217" cy="2083395"/>
            <a:chOff x="1849096" y="3020209"/>
            <a:chExt cx="365217" cy="2083395"/>
          </a:xfrm>
        </p:grpSpPr>
        <p:cxnSp>
          <p:nvCxnSpPr>
            <p:cNvPr id="74" name="Gerader Verbinder 73">
              <a:extLst>
                <a:ext uri="{FF2B5EF4-FFF2-40B4-BE49-F238E27FC236}">
                  <a16:creationId xmlns:a16="http://schemas.microsoft.com/office/drawing/2014/main" id="{9F485658-A051-6ED5-15A5-DC534D42E0D9}"/>
                </a:ext>
              </a:extLst>
            </p:cNvPr>
            <p:cNvCxnSpPr>
              <a:cxnSpLocks/>
            </p:cNvCxnSpPr>
            <p:nvPr/>
          </p:nvCxnSpPr>
          <p:spPr>
            <a:xfrm>
              <a:off x="1849096" y="3020209"/>
              <a:ext cx="0" cy="2083395"/>
            </a:xfrm>
            <a:prstGeom prst="line">
              <a:avLst/>
            </a:prstGeom>
            <a:ln w="9525">
              <a:solidFill>
                <a:srgbClr val="87A0B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Gerade Verbindung mit Pfeil 74">
              <a:extLst>
                <a:ext uri="{FF2B5EF4-FFF2-40B4-BE49-F238E27FC236}">
                  <a16:creationId xmlns:a16="http://schemas.microsoft.com/office/drawing/2014/main" id="{87C1EFCE-21AA-7F12-1A6C-1B981BC0F7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138" y="3603667"/>
              <a:ext cx="360040" cy="0"/>
            </a:xfrm>
            <a:prstGeom prst="straightConnector1">
              <a:avLst/>
            </a:prstGeom>
            <a:ln w="9525">
              <a:solidFill>
                <a:srgbClr val="87A0B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Gerade Verbindung mit Pfeil 75">
              <a:extLst>
                <a:ext uri="{FF2B5EF4-FFF2-40B4-BE49-F238E27FC236}">
                  <a16:creationId xmlns:a16="http://schemas.microsoft.com/office/drawing/2014/main" id="{FBE76494-4E19-85D4-F4AF-EBFF065A3D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4273" y="4353405"/>
              <a:ext cx="360040" cy="0"/>
            </a:xfrm>
            <a:prstGeom prst="straightConnector1">
              <a:avLst/>
            </a:prstGeom>
            <a:ln w="9525">
              <a:solidFill>
                <a:srgbClr val="87A0B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Gerade Verbindung mit Pfeil 76">
              <a:extLst>
                <a:ext uri="{FF2B5EF4-FFF2-40B4-BE49-F238E27FC236}">
                  <a16:creationId xmlns:a16="http://schemas.microsoft.com/office/drawing/2014/main" id="{75824BB1-71AB-9E0A-C348-35D3F1DC0F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4273" y="5103604"/>
              <a:ext cx="360040" cy="0"/>
            </a:xfrm>
            <a:prstGeom prst="straightConnector1">
              <a:avLst/>
            </a:prstGeom>
            <a:ln w="9525">
              <a:solidFill>
                <a:srgbClr val="87A0B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uppieren 98">
            <a:extLst>
              <a:ext uri="{FF2B5EF4-FFF2-40B4-BE49-F238E27FC236}">
                <a16:creationId xmlns:a16="http://schemas.microsoft.com/office/drawing/2014/main" id="{01D91D8D-CFE2-C7BA-78B4-C7072D64E98E}"/>
              </a:ext>
            </a:extLst>
          </p:cNvPr>
          <p:cNvGrpSpPr/>
          <p:nvPr/>
        </p:nvGrpSpPr>
        <p:grpSpPr>
          <a:xfrm>
            <a:off x="7541431" y="2404134"/>
            <a:ext cx="363908" cy="3051992"/>
            <a:chOff x="7325407" y="2476142"/>
            <a:chExt cx="363908" cy="1932473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5C775E57-B17F-1F51-9E6B-BB639274F2CE}"/>
                </a:ext>
              </a:extLst>
            </p:cNvPr>
            <p:cNvCxnSpPr>
              <a:cxnSpLocks/>
            </p:cNvCxnSpPr>
            <p:nvPr/>
          </p:nvCxnSpPr>
          <p:spPr>
            <a:xfrm>
              <a:off x="7325408" y="2476142"/>
              <a:ext cx="3867" cy="1926014"/>
            </a:xfrm>
            <a:prstGeom prst="line">
              <a:avLst/>
            </a:prstGeom>
            <a:ln w="9525">
              <a:solidFill>
                <a:srgbClr val="87A0B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 Verbindung mit Pfeil 87">
              <a:extLst>
                <a:ext uri="{FF2B5EF4-FFF2-40B4-BE49-F238E27FC236}">
                  <a16:creationId xmlns:a16="http://schemas.microsoft.com/office/drawing/2014/main" id="{8A1D806B-D424-8105-F3A8-44FD00708F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25407" y="3293026"/>
              <a:ext cx="360040" cy="0"/>
            </a:xfrm>
            <a:prstGeom prst="straightConnector1">
              <a:avLst/>
            </a:prstGeom>
            <a:ln w="9525">
              <a:solidFill>
                <a:srgbClr val="87A0B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 Verbindung mit Pfeil 88">
              <a:extLst>
                <a:ext uri="{FF2B5EF4-FFF2-40B4-BE49-F238E27FC236}">
                  <a16:creationId xmlns:a16="http://schemas.microsoft.com/office/drawing/2014/main" id="{600083D8-66AA-AB73-1E9C-6BB75A951F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29275" y="4408615"/>
              <a:ext cx="360040" cy="0"/>
            </a:xfrm>
            <a:prstGeom prst="straightConnector1">
              <a:avLst/>
            </a:prstGeom>
            <a:ln w="9525">
              <a:solidFill>
                <a:srgbClr val="87A0B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hteck 2">
            <a:extLst>
              <a:ext uri="{FF2B5EF4-FFF2-40B4-BE49-F238E27FC236}">
                <a16:creationId xmlns:a16="http://schemas.microsoft.com/office/drawing/2014/main" id="{56585838-D962-CC67-F207-576A5CD63150}"/>
              </a:ext>
            </a:extLst>
          </p:cNvPr>
          <p:cNvSpPr/>
          <p:nvPr/>
        </p:nvSpPr>
        <p:spPr>
          <a:xfrm>
            <a:off x="11928648" y="6453336"/>
            <a:ext cx="144016" cy="2432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E4A6578-7387-B833-3385-BCBAA43534CB}"/>
              </a:ext>
            </a:extLst>
          </p:cNvPr>
          <p:cNvSpPr/>
          <p:nvPr/>
        </p:nvSpPr>
        <p:spPr>
          <a:xfrm>
            <a:off x="7754807" y="4272601"/>
            <a:ext cx="1260000" cy="395208"/>
          </a:xfrm>
          <a:prstGeom prst="rect">
            <a:avLst/>
          </a:prstGeom>
          <a:solidFill>
            <a:srgbClr val="87A0B4"/>
          </a:solidFill>
          <a:ln>
            <a:solidFill>
              <a:srgbClr val="87A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57277" anchor="ctr"/>
          <a:lstStyle/>
          <a:p>
            <a:pPr algn="ctr"/>
            <a:r>
              <a:rPr lang="de-DE" sz="640" cap="all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Junior Legal counsel</a:t>
            </a:r>
          </a:p>
          <a:p>
            <a:pPr algn="ctr"/>
            <a:r>
              <a:rPr lang="de-DE" sz="64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Jessica De Franco</a:t>
            </a:r>
          </a:p>
          <a:p>
            <a:pPr algn="ctr"/>
            <a:r>
              <a:rPr lang="de-DE" sz="6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1,0 FTE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20824D4-D0BA-1C33-8DF5-04DD4CF9B7BB}"/>
              </a:ext>
            </a:extLst>
          </p:cNvPr>
          <p:cNvCxnSpPr>
            <a:stCxn id="61" idx="2"/>
            <a:endCxn id="4" idx="0"/>
          </p:cNvCxnSpPr>
          <p:nvPr/>
        </p:nvCxnSpPr>
        <p:spPr>
          <a:xfrm>
            <a:off x="8384807" y="3982263"/>
            <a:ext cx="0" cy="290338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055FFC28-0318-24F9-DAC3-335CF3F36195}"/>
              </a:ext>
            </a:extLst>
          </p:cNvPr>
          <p:cNvSpPr/>
          <p:nvPr/>
        </p:nvSpPr>
        <p:spPr>
          <a:xfrm>
            <a:off x="5663952" y="5496182"/>
            <a:ext cx="1455855" cy="537169"/>
          </a:xfrm>
          <a:prstGeom prst="rect">
            <a:avLst/>
          </a:prstGeom>
          <a:solidFill>
            <a:srgbClr val="87A0B4"/>
          </a:solidFill>
          <a:ln>
            <a:solidFill>
              <a:srgbClr val="87A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57277" anchor="ctr"/>
          <a:lstStyle/>
          <a:p>
            <a:pPr algn="ctr"/>
            <a:r>
              <a:rPr lang="de-DE" sz="640" cap="all" dirty="0">
                <a:solidFill>
                  <a:schemeClr val="bg1"/>
                </a:solidFill>
                <a:highlight>
                  <a:srgbClr val="87A0B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Trainee </a:t>
            </a:r>
            <a:r>
              <a:rPr lang="de-DE" sz="640" cap="all" dirty="0" err="1">
                <a:solidFill>
                  <a:schemeClr val="bg1"/>
                </a:solidFill>
                <a:highlight>
                  <a:srgbClr val="87A0B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claim</a:t>
            </a:r>
            <a:r>
              <a:rPr lang="de-DE" sz="640" cap="all" dirty="0">
                <a:solidFill>
                  <a:schemeClr val="bg1"/>
                </a:solidFill>
                <a:highlight>
                  <a:srgbClr val="87A0B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640" cap="all" dirty="0" err="1">
                <a:solidFill>
                  <a:schemeClr val="bg1"/>
                </a:solidFill>
                <a:highlight>
                  <a:srgbClr val="87A0B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br>
              <a:rPr lang="de-DE" sz="640" cap="all" dirty="0">
                <a:solidFill>
                  <a:schemeClr val="bg1"/>
                </a:solidFill>
                <a:highlight>
                  <a:srgbClr val="87A0B4"/>
                </a:highligh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640" dirty="0">
                <a:solidFill>
                  <a:schemeClr val="bg1"/>
                </a:solidFill>
                <a:highlight>
                  <a:srgbClr val="87A0B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Maxi-Mercedes Jahn</a:t>
            </a:r>
            <a:br>
              <a:rPr lang="de-DE" sz="640" dirty="0">
                <a:solidFill>
                  <a:schemeClr val="bg1"/>
                </a:solidFill>
                <a:highlight>
                  <a:srgbClr val="87A0B4"/>
                </a:highligh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640" dirty="0">
                <a:solidFill>
                  <a:schemeClr val="bg1"/>
                </a:solidFill>
                <a:highlight>
                  <a:srgbClr val="87A0B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1,0 FTE</a:t>
            </a:r>
          </a:p>
          <a:p>
            <a:pPr algn="ctr"/>
            <a:r>
              <a:rPr lang="de-DE" sz="64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ab 01.10.2026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59F53204-997B-3B0A-EFC8-6BFC81395493}"/>
              </a:ext>
            </a:extLst>
          </p:cNvPr>
          <p:cNvCxnSpPr>
            <a:cxnSpLocks/>
          </p:cNvCxnSpPr>
          <p:nvPr/>
        </p:nvCxnSpPr>
        <p:spPr>
          <a:xfrm flipH="1">
            <a:off x="5459513" y="5761321"/>
            <a:ext cx="360040" cy="0"/>
          </a:xfrm>
          <a:prstGeom prst="straightConnector1">
            <a:avLst/>
          </a:prstGeom>
          <a:ln w="9525">
            <a:solidFill>
              <a:srgbClr val="87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CDBA4401-34C0-E378-4852-BBEFA392B54C}"/>
              </a:ext>
            </a:extLst>
          </p:cNvPr>
          <p:cNvCxnSpPr>
            <a:cxnSpLocks/>
            <a:stCxn id="54" idx="0"/>
            <a:endCxn id="72" idx="2"/>
          </p:cNvCxnSpPr>
          <p:nvPr/>
        </p:nvCxnSpPr>
        <p:spPr>
          <a:xfrm flipV="1">
            <a:off x="6114072" y="1857566"/>
            <a:ext cx="0" cy="625070"/>
          </a:xfrm>
          <a:prstGeom prst="straightConnector1">
            <a:avLst/>
          </a:prstGeom>
          <a:ln w="9525">
            <a:solidFill>
              <a:srgbClr val="87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Verbinder: gewinkelt 34">
            <a:extLst>
              <a:ext uri="{FF2B5EF4-FFF2-40B4-BE49-F238E27FC236}">
                <a16:creationId xmlns:a16="http://schemas.microsoft.com/office/drawing/2014/main" id="{F247FB49-30A3-D3EF-6F33-9FBCB773EBA8}"/>
              </a:ext>
            </a:extLst>
          </p:cNvPr>
          <p:cNvCxnSpPr>
            <a:cxnSpLocks/>
            <a:stCxn id="72" idx="2"/>
            <a:endCxn id="73" idx="0"/>
          </p:cNvCxnSpPr>
          <p:nvPr/>
        </p:nvCxnSpPr>
        <p:spPr>
          <a:xfrm rot="5400000">
            <a:off x="3998294" y="366856"/>
            <a:ext cx="625069" cy="3606488"/>
          </a:xfrm>
          <a:prstGeom prst="bentConnector3">
            <a:avLst/>
          </a:prstGeom>
          <a:ln w="12700">
            <a:solidFill>
              <a:srgbClr val="87A0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Verbinder: gewinkelt 42">
            <a:extLst>
              <a:ext uri="{FF2B5EF4-FFF2-40B4-BE49-F238E27FC236}">
                <a16:creationId xmlns:a16="http://schemas.microsoft.com/office/drawing/2014/main" id="{BE1511ED-DD56-4CFA-7751-3A5AAAE351CC}"/>
              </a:ext>
            </a:extLst>
          </p:cNvPr>
          <p:cNvCxnSpPr>
            <a:cxnSpLocks/>
            <a:stCxn id="72" idx="2"/>
            <a:endCxn id="62" idx="0"/>
          </p:cNvCxnSpPr>
          <p:nvPr/>
        </p:nvCxnSpPr>
        <p:spPr>
          <a:xfrm rot="16200000" flipH="1">
            <a:off x="7763686" y="207952"/>
            <a:ext cx="625069" cy="3924296"/>
          </a:xfrm>
          <a:prstGeom prst="bentConnector3">
            <a:avLst>
              <a:gd name="adj1" fmla="val 50000"/>
            </a:avLst>
          </a:prstGeom>
          <a:ln w="12700">
            <a:solidFill>
              <a:srgbClr val="87A0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7B3D160D-8FE7-E1DF-BB27-85B77EDA1B75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4327698" y="2165350"/>
            <a:ext cx="0" cy="1240251"/>
          </a:xfrm>
          <a:prstGeom prst="straightConnector1">
            <a:avLst/>
          </a:prstGeom>
          <a:ln w="9525">
            <a:solidFill>
              <a:srgbClr val="87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1412"/>
      </p:ext>
    </p:extLst>
  </p:cSld>
  <p:clrMapOvr>
    <a:masterClrMapping/>
  </p:clrMapOvr>
</p:sld>
</file>

<file path=ppt/theme/theme1.xml><?xml version="1.0" encoding="utf-8"?>
<a:theme xmlns:a="http://schemas.openxmlformats.org/drawingml/2006/main" name="181101_Transdev PPT 16x9 -deutsch_Master">
  <a:themeElements>
    <a:clrScheme name="Transdev PPT 2018_Colors">
      <a:dk1>
        <a:srgbClr val="1E1E1E"/>
      </a:dk1>
      <a:lt1>
        <a:sysClr val="window" lastClr="FFFFFF"/>
      </a:lt1>
      <a:dk2>
        <a:srgbClr val="FF0000"/>
      </a:dk2>
      <a:lt2>
        <a:srgbClr val="E7E7E8"/>
      </a:lt2>
      <a:accent1>
        <a:srgbClr val="A2CAB8"/>
      </a:accent1>
      <a:accent2>
        <a:srgbClr val="309CD6"/>
      </a:accent2>
      <a:accent3>
        <a:srgbClr val="F2B999"/>
      </a:accent3>
      <a:accent4>
        <a:srgbClr val="920024"/>
      </a:accent4>
      <a:accent5>
        <a:srgbClr val="FF7841"/>
      </a:accent5>
      <a:accent6>
        <a:srgbClr val="3C0C44"/>
      </a:accent6>
      <a:hlink>
        <a:srgbClr val="1E1E1E"/>
      </a:hlink>
      <a:folHlink>
        <a:srgbClr val="1E1E1E"/>
      </a:folHlink>
    </a:clrScheme>
    <a:fontScheme name="Transdev_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36000" tIns="0" rIns="36000" bIns="0" rtlCol="0">
        <a:spAutoFit/>
      </a:bodyPr>
      <a:lstStyle>
        <a:defPP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nsdev Diaporama 16x9 v1a.potx" id="{C45F4A66-92C3-455E-8354-B84AA66D329E}" vid="{026726A0-39F7-4AEA-B92D-51234BB884D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4C88047E6081B4CAAEFFD55C0DCC090" ma:contentTypeVersion="15" ma:contentTypeDescription="Ein neues Dokument erstellen." ma:contentTypeScope="" ma:versionID="75e3670e0d2d2525d5c9ba9f3bb5f43a">
  <xsd:schema xmlns:xsd="http://www.w3.org/2001/XMLSchema" xmlns:xs="http://www.w3.org/2001/XMLSchema" xmlns:p="http://schemas.microsoft.com/office/2006/metadata/properties" xmlns:ns2="e6ce5c4a-50d1-4510-b20b-3c3265773073" xmlns:ns3="3d02d3fe-62e8-46f8-993b-a94c98366617" targetNamespace="http://schemas.microsoft.com/office/2006/metadata/properties" ma:root="true" ma:fieldsID="588a92294be122c2a35920a94c3980a0" ns2:_="" ns3:_="">
    <xsd:import namespace="e6ce5c4a-50d1-4510-b20b-3c3265773073"/>
    <xsd:import namespace="3d02d3fe-62e8-46f8-993b-a94c9836661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ce5c4a-50d1-4510-b20b-3c326577307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138d26fc-0aad-40fb-ad2a-5d52dcebc895}" ma:internalName="TaxCatchAll" ma:showField="CatchAllData" ma:web="e6ce5c4a-50d1-4510-b20b-3c32657730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02d3fe-62e8-46f8-993b-a94c983666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markierungen" ma:readOnly="false" ma:fieldId="{5cf76f15-5ced-4ddc-b409-7134ff3c332f}" ma:taxonomyMulti="true" ma:sspId="b49a2378-73c7-4e4c-bff8-b85a2f404b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d02d3fe-62e8-46f8-993b-a94c98366617">
      <Terms xmlns="http://schemas.microsoft.com/office/infopath/2007/PartnerControls"/>
    </lcf76f155ced4ddcb4097134ff3c332f>
    <TaxCatchAll xmlns="e6ce5c4a-50d1-4510-b20b-3c3265773073" xsi:nil="true"/>
  </documentManagement>
</p:properties>
</file>

<file path=customXml/item3.xml><?xml version="1.0" encoding="utf-8"?>
<?mso-contentType ?>
<SharedContentType xmlns="Microsoft.SharePoint.Taxonomy.ContentTypeSync" SourceId="b49a2378-73c7-4e4c-bff8-b85a2f404b86" ContentTypeId="0x0101" PreviousValue="false" LastSyncTimeStamp="2018-12-20T21:28:41Z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071809-7EFE-4D88-8E5E-F4925F5956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ce5c4a-50d1-4510-b20b-3c3265773073"/>
    <ds:schemaRef ds:uri="3d02d3fe-62e8-46f8-993b-a94c983666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5BA329-3ADE-42C7-96DD-CD2729C32CE5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3d02d3fe-62e8-46f8-993b-a94c98366617"/>
    <ds:schemaRef ds:uri="e6ce5c4a-50d1-4510-b20b-3c3265773073"/>
    <ds:schemaRef ds:uri="http://schemas.microsoft.com/office/infopath/2007/PartnerControls"/>
    <ds:schemaRef ds:uri="http://purl.org/dc/terms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9A46A25-3937-4FD2-B2F0-F578EC048E1C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9F0876C3-A75B-42DA-A294-5FD11D2A5D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181101_Transdev PPT 16x9 -deutsch_Master</Template>
  <TotalTime>0</TotalTime>
  <Words>191</Words>
  <Application>Microsoft Office PowerPoint</Application>
  <PresentationFormat>Breitbild</PresentationFormat>
  <Paragraphs>42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Verdana</vt:lpstr>
      <vt:lpstr>Wingdings</vt:lpstr>
      <vt:lpstr>181101_Transdev PPT 16x9 -deutsch_Master</vt:lpstr>
      <vt:lpstr>ORGANIGRAMM Transdev Rechtsabteilung</vt:lpstr>
    </vt:vector>
  </TitlesOfParts>
  <Company>Veolia Verkehr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 Zweizeiliger Titel</dc:title>
  <dc:creator>Kheladze, Mariam</dc:creator>
  <cp:lastModifiedBy>Ho, Anh-Huy-Kevin</cp:lastModifiedBy>
  <cp:revision>3</cp:revision>
  <cp:lastPrinted>2024-02-05T10:59:45Z</cp:lastPrinted>
  <dcterms:created xsi:type="dcterms:W3CDTF">2018-11-19T10:05:53Z</dcterms:created>
  <dcterms:modified xsi:type="dcterms:W3CDTF">2026-07-27T13:38:28Z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0x010100C4C88047E6081B4CAAEFFD55C0DCC090</vt:lpwstr>
  </property>
  <property fmtid="{D5CDD505-2E9C-101B-9397-08002B2CF9AE}" pid="3" name="Order">
    <vt:r8>4010700</vt:r8>
  </property>
  <property fmtid="{D5CDD505-2E9C-101B-9397-08002B2CF9AE}" pid="4" name="MediaServiceImageTags">
    <vt:lpwstr/>
  </property>
</Properties>
</file>