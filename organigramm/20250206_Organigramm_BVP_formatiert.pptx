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7"/>
  </p:notesMasterIdLst>
  <p:sldIdLst>
    <p:sldId id="292" r:id="rId6"/>
  </p:sldIdLst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orient="horz" pos="3861">
          <p15:clr>
            <a:srgbClr val="A4A3A4"/>
          </p15:clr>
        </p15:guide>
        <p15:guide id="5" pos="7287">
          <p15:clr>
            <a:srgbClr val="A4A3A4"/>
          </p15:clr>
        </p15:guide>
        <p15:guide id="6" pos="52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pos="3840"/>
        <p:guide orient="horz" pos="2160"/>
        <p:guide orient="horz" pos="3861"/>
        <p:guide pos="7287"/>
        <p:guide pos="52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llburg, Evelyn" userId="c7a73d60-bfb6-402c-8264-ee21be2a37f6" providerId="ADAL" clId="{FCBCEBBD-34CB-4EC6-AAE3-018EFB49B16F}"/>
    <pc:docChg chg="undo custSel modSld">
      <pc:chgData name="Wollburg, Evelyn" userId="c7a73d60-bfb6-402c-8264-ee21be2a37f6" providerId="ADAL" clId="{FCBCEBBD-34CB-4EC6-AAE3-018EFB49B16F}" dt="2025-02-06T10:51:46.138" v="117" actId="20577"/>
      <pc:docMkLst>
        <pc:docMk/>
      </pc:docMkLst>
      <pc:sldChg chg="modSp mod">
        <pc:chgData name="Wollburg, Evelyn" userId="c7a73d60-bfb6-402c-8264-ee21be2a37f6" providerId="ADAL" clId="{FCBCEBBD-34CB-4EC6-AAE3-018EFB49B16F}" dt="2025-02-06T10:51:46.138" v="117" actId="20577"/>
        <pc:sldMkLst>
          <pc:docMk/>
          <pc:sldMk cId="1087998187" sldId="292"/>
        </pc:sldMkLst>
        <pc:spChg chg="mod">
          <ac:chgData name="Wollburg, Evelyn" userId="c7a73d60-bfb6-402c-8264-ee21be2a37f6" providerId="ADAL" clId="{FCBCEBBD-34CB-4EC6-AAE3-018EFB49B16F}" dt="2025-02-06T10:51:46.138" v="117" actId="20577"/>
          <ac:spMkLst>
            <pc:docMk/>
            <pc:sldMk cId="1087998187" sldId="292"/>
            <ac:spMk id="4" creationId="{00000000-0000-0000-0000-000000000000}"/>
          </ac:spMkLst>
        </pc:spChg>
        <pc:spChg chg="mod">
          <ac:chgData name="Wollburg, Evelyn" userId="c7a73d60-bfb6-402c-8264-ee21be2a37f6" providerId="ADAL" clId="{FCBCEBBD-34CB-4EC6-AAE3-018EFB49B16F}" dt="2025-01-28T12:51:24.905" v="111" actId="20577"/>
          <ac:spMkLst>
            <pc:docMk/>
            <pc:sldMk cId="1087998187" sldId="292"/>
            <ac:spMk id="20" creationId="{00000000-0000-0000-0000-000000000000}"/>
          </ac:spMkLst>
        </pc:spChg>
        <pc:graphicFrameChg chg="mod modGraphic">
          <ac:chgData name="Wollburg, Evelyn" userId="c7a73d60-bfb6-402c-8264-ee21be2a37f6" providerId="ADAL" clId="{FCBCEBBD-34CB-4EC6-AAE3-018EFB49B16F}" dt="2025-01-23T08:30:48.084" v="108" actId="20577"/>
          <ac:graphicFrameMkLst>
            <pc:docMk/>
            <pc:sldMk cId="1087998187" sldId="292"/>
            <ac:graphicFrameMk id="7" creationId="{DA5341C7-372A-40F1-B456-F922FE5434DF}"/>
          </ac:graphicFrameMkLst>
        </pc:graphicFrameChg>
      </pc:sldChg>
    </pc:docChg>
  </pc:docChgLst>
  <pc:docChgLst>
    <pc:chgData name="Suerbier, Kristin-Elisabeth" userId="d7be2ccd-92d5-48af-870f-ca36a0138a46" providerId="ADAL" clId="{3464A1A0-77D1-40F8-9DC0-5E416B74D9C2}"/>
    <pc:docChg chg="custSel modSld modNotesMaster">
      <pc:chgData name="Suerbier, Kristin-Elisabeth" userId="d7be2ccd-92d5-48af-870f-ca36a0138a46" providerId="ADAL" clId="{3464A1A0-77D1-40F8-9DC0-5E416B74D9C2}" dt="2024-06-07T12:21:50.475" v="57" actId="13926"/>
      <pc:docMkLst>
        <pc:docMk/>
      </pc:docMkLst>
      <pc:sldChg chg="modSp mod">
        <pc:chgData name="Suerbier, Kristin-Elisabeth" userId="d7be2ccd-92d5-48af-870f-ca36a0138a46" providerId="ADAL" clId="{3464A1A0-77D1-40F8-9DC0-5E416B74D9C2}" dt="2024-06-07T12:21:50.475" v="57" actId="13926"/>
        <pc:sldMkLst>
          <pc:docMk/>
          <pc:sldMk cId="1087998187" sldId="292"/>
        </pc:sldMkLst>
        <pc:graphicFrameChg chg="modGraphic">
          <ac:chgData name="Suerbier, Kristin-Elisabeth" userId="d7be2ccd-92d5-48af-870f-ca36a0138a46" providerId="ADAL" clId="{3464A1A0-77D1-40F8-9DC0-5E416B74D9C2}" dt="2024-06-07T12:21:50.475" v="57" actId="13926"/>
          <ac:graphicFrameMkLst>
            <pc:docMk/>
            <pc:sldMk cId="1087998187" sldId="292"/>
            <ac:graphicFrameMk id="7" creationId="{DA5341C7-372A-40F1-B456-F922FE5434DF}"/>
          </ac:graphicFrameMkLst>
        </pc:graphicFrameChg>
      </pc:sldChg>
    </pc:docChg>
  </pc:docChgLst>
  <pc:docChgLst>
    <pc:chgData name="Paasch, Melanie" userId="S::mepaasch@transdev.de::d7d4b569-2018-4fba-a73e-dc30ba00cc28" providerId="AD" clId="Web-{46F2C283-6723-0884-29D9-10F4848DF42F}"/>
    <pc:docChg chg="modSld">
      <pc:chgData name="Paasch, Melanie" userId="S::mepaasch@transdev.de::d7d4b569-2018-4fba-a73e-dc30ba00cc28" providerId="AD" clId="Web-{46F2C283-6723-0884-29D9-10F4848DF42F}" dt="2025-01-23T12:31:51.798" v="10" actId="20577"/>
      <pc:docMkLst>
        <pc:docMk/>
      </pc:docMkLst>
      <pc:sldChg chg="modSp">
        <pc:chgData name="Paasch, Melanie" userId="S::mepaasch@transdev.de::d7d4b569-2018-4fba-a73e-dc30ba00cc28" providerId="AD" clId="Web-{46F2C283-6723-0884-29D9-10F4848DF42F}" dt="2025-01-23T12:31:51.798" v="10" actId="20577"/>
        <pc:sldMkLst>
          <pc:docMk/>
          <pc:sldMk cId="1087998187" sldId="292"/>
        </pc:sldMkLst>
        <pc:spChg chg="mod">
          <ac:chgData name="Paasch, Melanie" userId="S::mepaasch@transdev.de::d7d4b569-2018-4fba-a73e-dc30ba00cc28" providerId="AD" clId="Web-{46F2C283-6723-0884-29D9-10F4848DF42F}" dt="2025-01-23T12:31:51.798" v="10" actId="20577"/>
          <ac:spMkLst>
            <pc:docMk/>
            <pc:sldMk cId="1087998187" sldId="292"/>
            <ac:spMk id="20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9A4FCC80-C29A-446D-B04C-B4936DE3C2A4}" type="datetimeFigureOut">
              <a:rPr lang="fr-FR" smtClean="0"/>
              <a:t>06/02/2025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49EA00BD-B2D0-4479-8649-BF983699C4D1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73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765" cy="30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744072" y="440668"/>
            <a:ext cx="4824040" cy="1260562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744072" y="1808820"/>
            <a:ext cx="4824040" cy="215444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Formatvorlage des Untertitelmasters durch Klicken bearbeiten</a:t>
            </a:r>
            <a:endParaRPr lang="en-US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2" hasCustomPrompt="1"/>
          </p:nvPr>
        </p:nvSpPr>
        <p:spPr>
          <a:xfrm>
            <a:off x="6744072" y="2157148"/>
            <a:ext cx="4824040" cy="20005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300" b="0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1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63" y="3060000"/>
            <a:ext cx="12192002" cy="3240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378" y="886854"/>
            <a:ext cx="2700000" cy="80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71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2"/>
          </p:nvPr>
        </p:nvSpPr>
        <p:spPr>
          <a:xfrm>
            <a:off x="2675619" y="1773238"/>
            <a:ext cx="3060000" cy="417671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700" b="1">
                <a:solidFill>
                  <a:schemeClr val="accent4"/>
                </a:solidFill>
              </a:defRPr>
            </a:lvl1pPr>
            <a:lvl2pPr marL="216000" indent="-216000">
              <a:spcBef>
                <a:spcPts val="800"/>
              </a:spcBef>
              <a:buFont typeface="+mj-lt"/>
              <a:buAutoNum type="arabicPeriod"/>
              <a:defRPr sz="1300" b="0">
                <a:solidFill>
                  <a:schemeClr val="accent5"/>
                </a:solidFill>
              </a:defRPr>
            </a:lvl2pPr>
            <a:lvl3pPr marL="216000" indent="0">
              <a:spcBef>
                <a:spcPts val="300"/>
              </a:spcBef>
              <a:buFontTx/>
              <a:buNone/>
              <a:defRPr sz="13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6096000" y="1773238"/>
            <a:ext cx="3096000" cy="417671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700" b="1">
                <a:solidFill>
                  <a:schemeClr val="accent4"/>
                </a:solidFill>
              </a:defRPr>
            </a:lvl1pPr>
            <a:lvl2pPr marL="216000" indent="-216000">
              <a:spcBef>
                <a:spcPts val="800"/>
              </a:spcBef>
              <a:buFont typeface="+mj-lt"/>
              <a:buAutoNum type="arabicPeriod"/>
              <a:defRPr sz="1300" b="0">
                <a:solidFill>
                  <a:schemeClr val="accent5"/>
                </a:solidFill>
              </a:defRPr>
            </a:lvl2pPr>
            <a:lvl3pPr marL="216000" indent="0">
              <a:spcBef>
                <a:spcPts val="300"/>
              </a:spcBef>
              <a:buFontTx/>
              <a:buNone/>
              <a:defRPr sz="13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370" y="1820388"/>
            <a:ext cx="1247160" cy="175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373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hap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318000"/>
            <a:ext cx="12192765" cy="5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7468" y="1196752"/>
            <a:ext cx="7524836" cy="2852737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07468" y="4230209"/>
            <a:ext cx="7524836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9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10" name="ZoneTexte 9"/>
          <p:cNvSpPr txBox="1"/>
          <p:nvPr userDrawn="1"/>
        </p:nvSpPr>
        <p:spPr>
          <a:xfrm>
            <a:off x="11737934" y="6534819"/>
            <a:ext cx="298726" cy="123111"/>
          </a:xfrm>
          <a:prstGeom prst="rect">
            <a:avLst/>
          </a:prstGeom>
          <a:noFill/>
        </p:spPr>
        <p:txBody>
          <a:bodyPr wrap="none" lIns="36000" tIns="0" rIns="36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‹Nr.›</a:t>
            </a:fld>
            <a:endParaRPr lang="en-US" sz="800" noProof="0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8" y="6427336"/>
            <a:ext cx="1152000" cy="2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60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63" y="0"/>
            <a:ext cx="12192002" cy="6300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7468" y="1196752"/>
            <a:ext cx="7524836" cy="2852737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07468" y="4230209"/>
            <a:ext cx="7524836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9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2162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+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811222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04675" y="2492896"/>
            <a:ext cx="4824040" cy="1728614"/>
          </a:xfrm>
        </p:spPr>
        <p:txBody>
          <a:bodyPr anchor="b"/>
          <a:lstStyle>
            <a:lvl1pPr algn="l">
              <a:defRPr sz="2800">
                <a:solidFill>
                  <a:schemeClr val="tx2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04675" y="4653136"/>
            <a:ext cx="4824040" cy="79208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Formatvorlage des Untertitelmasters durch Klicken bearbeiten</a:t>
            </a:r>
            <a:endParaRPr lang="en-US" noProof="0"/>
          </a:p>
        </p:txBody>
      </p:sp>
      <p:sp>
        <p:nvSpPr>
          <p:cNvPr id="11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428148" y="0"/>
            <a:ext cx="4139965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11737934" y="6534819"/>
            <a:ext cx="298726" cy="123111"/>
          </a:xfrm>
          <a:prstGeom prst="rect">
            <a:avLst/>
          </a:prstGeom>
          <a:noFill/>
        </p:spPr>
        <p:txBody>
          <a:bodyPr wrap="none" lIns="36000" tIns="0" rIns="36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‹Nr.›</a:t>
            </a:fld>
            <a:endParaRPr lang="en-US" sz="800" noProof="0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8" y="6427336"/>
            <a:ext cx="1152000" cy="2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24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+ Verbati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1" y="0"/>
            <a:ext cx="745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04675" y="2492896"/>
            <a:ext cx="4824040" cy="1728614"/>
          </a:xfrm>
        </p:spPr>
        <p:txBody>
          <a:bodyPr anchor="b"/>
          <a:lstStyle>
            <a:lvl1pPr algn="l">
              <a:defRPr sz="2800">
                <a:solidFill>
                  <a:schemeClr val="tx2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04675" y="4653136"/>
            <a:ext cx="4824040" cy="79208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Formatvorlage des Untertitelmasters durch Klicken bearbeiten</a:t>
            </a:r>
            <a:endParaRPr lang="en-US" noProof="0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11737934" y="6534819"/>
            <a:ext cx="298726" cy="123111"/>
          </a:xfrm>
          <a:prstGeom prst="rect">
            <a:avLst/>
          </a:prstGeom>
          <a:noFill/>
        </p:spPr>
        <p:txBody>
          <a:bodyPr wrap="none" lIns="36000" tIns="0" rIns="36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‹Nr.›</a:t>
            </a:fld>
            <a:endParaRPr lang="en-US" sz="800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8036088" y="1160748"/>
            <a:ext cx="3532025" cy="2628292"/>
          </a:xfrm>
          <a:ln w="63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2400" b="0" i="1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Verbatim</a:t>
            </a: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8" y="6427336"/>
            <a:ext cx="1152000" cy="2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12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33902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773238"/>
            <a:ext cx="5437187" cy="4176712"/>
          </a:xfrm>
        </p:spPr>
        <p:txBody>
          <a:bodyPr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067550" y="1196975"/>
            <a:ext cx="5124450" cy="511175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993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7068109" y="3883232"/>
            <a:ext cx="1872208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 b="0">
                <a:solidFill>
                  <a:schemeClr val="accent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5" hasCustomPrompt="1"/>
          </p:nvPr>
        </p:nvSpPr>
        <p:spPr>
          <a:xfrm>
            <a:off x="9092716" y="3501008"/>
            <a:ext cx="2475891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 b="0">
                <a:solidFill>
                  <a:schemeClr val="accent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10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664804"/>
            <a:ext cx="5220000" cy="3816424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361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7068109" y="3883232"/>
            <a:ext cx="1872208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 b="0">
                <a:solidFill>
                  <a:schemeClr val="accent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5" hasCustomPrompt="1"/>
          </p:nvPr>
        </p:nvSpPr>
        <p:spPr>
          <a:xfrm>
            <a:off x="9092716" y="3501008"/>
            <a:ext cx="2475891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 b="0">
                <a:solidFill>
                  <a:schemeClr val="accent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11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664804"/>
            <a:ext cx="5220000" cy="3816424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62797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rame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-1" y="1196975"/>
            <a:ext cx="12192001" cy="511175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664804"/>
            <a:ext cx="5220000" cy="3816424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6348028" y="1664804"/>
            <a:ext cx="5220000" cy="3816424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35267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2"/>
          </p:nvPr>
        </p:nvSpPr>
        <p:spPr>
          <a:xfrm>
            <a:off x="658814" y="2096852"/>
            <a:ext cx="4681102" cy="365535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8" name="Espace réservé du graphique 7"/>
          <p:cNvSpPr>
            <a:spLocks noGrp="1"/>
          </p:cNvSpPr>
          <p:nvPr>
            <p:ph type="chart" sz="quarter" idx="13"/>
          </p:nvPr>
        </p:nvSpPr>
        <p:spPr>
          <a:xfrm>
            <a:off x="659396" y="2565400"/>
            <a:ext cx="3960000" cy="3240000"/>
          </a:xfrm>
        </p:spPr>
        <p:txBody>
          <a:bodyPr anchor="ctr"/>
          <a:lstStyle>
            <a:lvl1pPr marL="0" indent="0" algn="ctr"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Diagramm durch Klicken auf Symbol hinzufügen</a:t>
            </a:r>
            <a:endParaRPr lang="fr-FR"/>
          </a:p>
        </p:txBody>
      </p:sp>
      <p:sp>
        <p:nvSpPr>
          <p:cNvPr id="12" name="Espace réservé du graphique 7"/>
          <p:cNvSpPr>
            <a:spLocks noGrp="1"/>
          </p:cNvSpPr>
          <p:nvPr>
            <p:ph type="chart" sz="quarter" idx="14"/>
          </p:nvPr>
        </p:nvSpPr>
        <p:spPr>
          <a:xfrm>
            <a:off x="5123892" y="2565400"/>
            <a:ext cx="5292588" cy="3240000"/>
          </a:xfrm>
        </p:spPr>
        <p:txBody>
          <a:bodyPr anchor="ctr"/>
          <a:lstStyle>
            <a:lvl1pPr marL="0" indent="0" algn="ctr"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Diagramm durch Klicken auf Symbol hinzufügen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838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2"/>
          </p:nvPr>
        </p:nvSpPr>
        <p:spPr>
          <a:xfrm>
            <a:off x="982850" y="5403725"/>
            <a:ext cx="4681102" cy="365535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4" name="Espace réservé du tableau 3"/>
          <p:cNvSpPr>
            <a:spLocks noGrp="1"/>
          </p:cNvSpPr>
          <p:nvPr>
            <p:ph type="tbl" sz="quarter" idx="14"/>
          </p:nvPr>
        </p:nvSpPr>
        <p:spPr>
          <a:xfrm>
            <a:off x="1019435" y="2060847"/>
            <a:ext cx="8820981" cy="3070799"/>
          </a:xfrm>
        </p:spPr>
        <p:txBody>
          <a:bodyPr vert="horz" lIns="36000" tIns="0" rIns="36000" bIns="0" rtlCol="0" anchor="ctr">
            <a:noAutofit/>
          </a:bodyPr>
          <a:lstStyle>
            <a:lvl1pPr>
              <a:defRPr lang="fr-FR" sz="1000" b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de-DE"/>
              <a:t>Tabelle durch Klicken auf Symbol hinzufügen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6609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Whit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658813" y="1773237"/>
            <a:ext cx="10909795" cy="122371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>
              <a:defRPr sz="1600"/>
            </a:lvl2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6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983109" y="3320988"/>
            <a:ext cx="2736000" cy="1548000"/>
          </a:xfrm>
          <a:solidFill>
            <a:schemeClr val="bg1"/>
          </a:solidFill>
          <a:ln w="6350"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tx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8000" y="3320988"/>
            <a:ext cx="2736000" cy="1548000"/>
          </a:xfrm>
          <a:solidFill>
            <a:schemeClr val="bg1"/>
          </a:solidFill>
          <a:ln w="6350"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tx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6" hasCustomPrompt="1"/>
          </p:nvPr>
        </p:nvSpPr>
        <p:spPr>
          <a:xfrm>
            <a:off x="8439045" y="3320988"/>
            <a:ext cx="2736000" cy="1548000"/>
          </a:xfrm>
          <a:solidFill>
            <a:schemeClr val="bg1"/>
          </a:solidFill>
          <a:ln w="6350"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tx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348889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658813" y="1773237"/>
            <a:ext cx="10909795" cy="122371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>
              <a:defRPr sz="1600"/>
            </a:lvl2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6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2723862" y="3164692"/>
            <a:ext cx="2736000" cy="1548000"/>
          </a:xfrm>
          <a:solidFill>
            <a:schemeClr val="tx2"/>
          </a:solidFill>
          <a:ln w="6350">
            <a:noFill/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3164692"/>
            <a:ext cx="2736000" cy="1548000"/>
          </a:xfrm>
          <a:solidFill>
            <a:schemeClr val="tx2"/>
          </a:solidFill>
          <a:ln w="6350">
            <a:noFill/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2675620" y="4974733"/>
            <a:ext cx="2736000" cy="97521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065468" y="4974732"/>
            <a:ext cx="2736000" cy="97521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2123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658813" y="1773237"/>
            <a:ext cx="5437187" cy="41767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43426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81089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olbox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255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58813" y="152636"/>
            <a:ext cx="10909795" cy="814405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/>
          <a:p>
            <a:r>
              <a:rPr lang="en-US" noProof="0" err="1"/>
              <a:t>Modifiez</a:t>
            </a:r>
            <a:r>
              <a:rPr lang="en-US" noProof="0"/>
              <a:t> le style du </a:t>
            </a:r>
            <a:r>
              <a:rPr lang="en-US" noProof="0" err="1"/>
              <a:t>titre</a:t>
            </a:r>
            <a:endParaRPr lang="en-US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8813" y="1773237"/>
            <a:ext cx="10909795" cy="4176711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/>
          <a:p>
            <a:pPr lvl="0"/>
            <a:r>
              <a:rPr lang="en-US" noProof="0" err="1"/>
              <a:t>Modifiez</a:t>
            </a:r>
            <a:r>
              <a:rPr lang="en-US" noProof="0"/>
              <a:t> les styles du </a:t>
            </a:r>
            <a:r>
              <a:rPr lang="en-US" noProof="0" err="1"/>
              <a:t>texte</a:t>
            </a:r>
            <a:r>
              <a:rPr lang="en-US" noProof="0"/>
              <a:t> du masque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2"/>
            <a:r>
              <a:rPr lang="en-US" noProof="0" err="1"/>
              <a:t>Troisième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3"/>
            <a:r>
              <a:rPr lang="en-US" noProof="0" err="1"/>
              <a:t>Quatrième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4"/>
            <a:r>
              <a:rPr lang="en-US" noProof="0" err="1"/>
              <a:t>Cinquième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5"/>
            <a:r>
              <a:rPr lang="en-US" noProof="0" err="1"/>
              <a:t>Sixième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756000" y="6534819"/>
            <a:ext cx="4680000" cy="123111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Präsentationstitel | Datum</a:t>
            </a:r>
            <a:endParaRPr lang="en-US"/>
          </a:p>
        </p:txBody>
      </p:sp>
      <p:sp>
        <p:nvSpPr>
          <p:cNvPr id="8" name="ZoneTexte 7"/>
          <p:cNvSpPr txBox="1"/>
          <p:nvPr/>
        </p:nvSpPr>
        <p:spPr>
          <a:xfrm>
            <a:off x="11737934" y="6534819"/>
            <a:ext cx="298726" cy="123111"/>
          </a:xfrm>
          <a:prstGeom prst="rect">
            <a:avLst/>
          </a:prstGeom>
          <a:noFill/>
        </p:spPr>
        <p:txBody>
          <a:bodyPr wrap="none" lIns="36000" tIns="0" rIns="36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‹Nr.›</a:t>
            </a:fld>
            <a:endParaRPr lang="en-US" sz="800" noProof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8" y="6427336"/>
            <a:ext cx="1152000" cy="2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78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4" r:id="rId4"/>
    <p:sldLayoutId id="2147483661" r:id="rId5"/>
    <p:sldLayoutId id="2147483662" r:id="rId6"/>
    <p:sldLayoutId id="2147483650" r:id="rId7"/>
    <p:sldLayoutId id="2147483653" r:id="rId8"/>
    <p:sldLayoutId id="2147483656" r:id="rId9"/>
    <p:sldLayoutId id="2147483657" r:id="rId10"/>
    <p:sldLayoutId id="2147483660" r:id="rId11"/>
    <p:sldLayoutId id="2147483658" r:id="rId12"/>
    <p:sldLayoutId id="2147483659" r:id="rId13"/>
    <p:sldLayoutId id="2147483664" r:id="rId14"/>
    <p:sldLayoutId id="2147483665" r:id="rId15"/>
    <p:sldLayoutId id="2147483663" r:id="rId16"/>
    <p:sldLayoutId id="2147483652" r:id="rId17"/>
    <p:sldLayoutId id="2147483666" r:id="rId1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1200"/>
        </a:spcBef>
        <a:buSzPct val="70000"/>
        <a:buFont typeface="Wingdings" panose="05000000000000000000" pitchFamily="2" charset="2"/>
        <a:buChar char=""/>
        <a:defRPr sz="1600" b="1" kern="1200">
          <a:solidFill>
            <a:schemeClr val="accent5"/>
          </a:solidFill>
          <a:latin typeface="+mn-lt"/>
          <a:ea typeface="+mn-ea"/>
          <a:cs typeface="+mn-cs"/>
        </a:defRPr>
      </a:lvl1pPr>
      <a:lvl2pPr marL="18000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144000" algn="l" defTabSz="914400" rtl="0" eaLnBrk="1" latinLnBrk="0" hangingPunct="1">
        <a:lnSpc>
          <a:spcPct val="100000"/>
        </a:lnSpc>
        <a:spcBef>
          <a:spcPts val="1200"/>
        </a:spcBef>
        <a:buSzPct val="80000"/>
        <a:buFont typeface="Wingdings" panose="05000000000000000000" pitchFamily="2" charset="2"/>
        <a:buChar char="l"/>
        <a:defRPr sz="12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50400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600"/>
        </a:spcBef>
        <a:buFont typeface="Verdana" panose="020B060403050404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buFontTx/>
        <a:buNone/>
        <a:defRPr sz="1000" i="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415" userDrawn="1">
          <p15:clr>
            <a:srgbClr val="F26B43"/>
          </p15:clr>
        </p15:guide>
        <p15:guide id="4" pos="5360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pos="166" userDrawn="1">
          <p15:clr>
            <a:srgbClr val="F26B43"/>
          </p15:clr>
        </p15:guide>
        <p15:guide id="7" orient="horz" pos="3748" userDrawn="1">
          <p15:clr>
            <a:srgbClr val="F26B43"/>
          </p15:clr>
        </p15:guide>
        <p15:guide id="8" orient="horz" pos="111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ORGANIGRAMM Betriebs- und Verkehrsplanung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err="1"/>
              <a:t>Organigramm</a:t>
            </a:r>
            <a:r>
              <a:rPr lang="fr-FR" dirty="0"/>
              <a:t> </a:t>
            </a:r>
            <a:r>
              <a:rPr lang="fr-FR" dirty="0" err="1"/>
              <a:t>Betriebs</a:t>
            </a:r>
            <a:r>
              <a:rPr lang="fr-FR" dirty="0"/>
              <a:t>- </a:t>
            </a:r>
            <a:r>
              <a:rPr lang="fr-FR" dirty="0" err="1"/>
              <a:t>und</a:t>
            </a:r>
            <a:r>
              <a:rPr lang="fr-FR" dirty="0"/>
              <a:t> </a:t>
            </a:r>
            <a:r>
              <a:rPr lang="fr-FR" dirty="0" err="1"/>
              <a:t>Verkehrsplanung</a:t>
            </a:r>
            <a:r>
              <a:rPr lang="fr-FR" dirty="0"/>
              <a:t>  | 06.02.2025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2471000" y="1300000"/>
            <a:ext cx="2800000" cy="620000"/>
          </a:xfrm>
        </p:spPr>
        <p:txBody>
          <a:bodyPr anchor="ctr" lIns="108000" rIns="108000" tIns="54000" bIns="5400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100" b="1"/>
              <a:t>LEITER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100" b="1"/>
              <a:t>Andreas Melzig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7"/>
          </p:nvPr>
        </p:nvSpPr>
        <p:spPr>
          <a:xfrm>
            <a:off x="658813" y="2080000"/>
            <a:ext cx="2800000" cy="700000"/>
          </a:xfrm>
          <a:solidFill>
            <a:schemeClr val="tx1">
              <a:lumMod val="50000"/>
              <a:lumOff val="50000"/>
            </a:schemeClr>
          </a:solidFill>
        </p:spPr>
        <p:txBody>
          <a:bodyPr anchor="t" lIns="108000" rIns="108000" tIns="54000" bIns="5400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100" b="1"/>
              <a:t>Projekt- und Prozessmanagement</a:t>
            </a:r>
          </a:p>
          <a:p>
            <a:pPr marL="171450" indent="-171450" algn="l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de-DE" sz="1000" b="0"/>
              <a:t>Stefanie Großmann*</a:t>
            </a:r>
          </a:p>
        </p:txBody>
      </p:sp>
      <p:sp>
        <p:nvSpPr>
          <p:cNvPr id="12" name="Espace réservé du texte 13"/>
          <p:cNvSpPr>
            <a:spLocks noGrp="1"/>
          </p:cNvSpPr>
          <p:nvPr>
            <p:ph type="body" sz="quarter" idx="17"/>
          </p:nvPr>
        </p:nvSpPr>
        <p:spPr>
          <a:xfrm>
            <a:off x="4283187" y="2080000"/>
            <a:ext cx="2800000" cy="1660000"/>
          </a:xfrm>
          <a:solidFill>
            <a:schemeClr val="tx1">
              <a:lumMod val="50000"/>
              <a:lumOff val="50000"/>
            </a:schemeClr>
          </a:solidFill>
        </p:spPr>
        <p:txBody>
          <a:bodyPr anchor="t" lIns="108000" rIns="108000" tIns="54000" bIns="5400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100" err="1" b="1"/>
              <a:t>Fachl</a:t>
            </a:r>
            <a:r>
              <a:rPr lang="de-DE" sz="1100" b="1"/>
              <a:t>. Support und Administration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100" err="1" b="1"/>
              <a:t>IVU.plan</a:t>
            </a:r>
            <a:endParaRPr lang="de-DE" sz="1100"/>
          </a:p>
          <a:p>
            <a:pPr marL="171450" indent="-171450" algn="l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de-DE" sz="1000" b="0"/>
              <a:t>Klaus Beiersmann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de-DE" sz="1000" b="0"/>
              <a:t>Maurice Greulich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de-DE" sz="1000" b="0"/>
              <a:t>Robby Sluka</a:t>
            </a:r>
          </a:p>
        </p:txBody>
      </p:sp>
      <p:sp>
        <p:nvSpPr>
          <p:cNvPr id="20" name="Espace réservé du texte 13"/>
          <p:cNvSpPr>
            <a:spLocks noGrp="1"/>
          </p:cNvSpPr>
          <p:nvPr>
            <p:ph type="body" sz="quarter" idx="17"/>
          </p:nvPr>
        </p:nvSpPr>
        <p:spPr>
          <a:xfrm>
            <a:off x="658813" y="4000000"/>
            <a:ext cx="2800000" cy="2050000"/>
          </a:xfrm>
          <a:solidFill>
            <a:schemeClr val="tx1">
              <a:lumMod val="25000"/>
              <a:lumOff val="75000"/>
            </a:schemeClr>
          </a:solidFill>
        </p:spPr>
        <p:txBody>
          <a:bodyPr anchor="t" lIns="108000" rIns="108000" tIns="54000" bIns="5400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100" b="1" dirty="0">
                <a:solidFill>
                  <a:schemeClr val="tx1"/>
                </a:solidFill>
              </a:rPr>
              <a:t>Betriebs- und Verkehrsplanung Bahn</a:t>
            </a:r>
          </a:p>
          <a:p>
            <a:pPr marL="171450" indent="-171450" algn="l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Stefanie Großmann*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Karina Bittroff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Anja Durda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de-DE" sz="1000" b="0">
                <a:solidFill>
                  <a:schemeClr val="tx1"/>
                </a:solidFill>
              </a:rPr>
              <a:t>Julia Früh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de-DE" sz="1000" b="0">
                <a:solidFill>
                  <a:schemeClr val="tx1"/>
                </a:solidFill>
              </a:rPr>
              <a:t>Sebastian </a:t>
            </a:r>
            <a:r>
              <a:rPr lang="de-DE" sz="1000" b="0" dirty="0">
                <a:solidFill>
                  <a:schemeClr val="tx1"/>
                </a:solidFill>
              </a:rPr>
              <a:t>Krämer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Leonie Schmidt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Ulrike Wildt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Andreas Pistor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Devid Knoll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  <a:highlight>
                  <a:srgbClr val="FFFF00"/>
                </a:highlight>
              </a:rPr>
              <a:t>Christopher Gentz</a:t>
            </a:r>
          </a:p>
        </p:txBody>
      </p:sp>
      <p:sp>
        <p:nvSpPr>
          <p:cNvPr id="33" name="Espace réservé du texte 13"/>
          <p:cNvSpPr>
            <a:spLocks noGrp="1"/>
          </p:cNvSpPr>
          <p:nvPr>
            <p:ph type="body" sz="quarter" idx="17"/>
          </p:nvPr>
        </p:nvSpPr>
        <p:spPr>
          <a:xfrm>
            <a:off x="4283187" y="4000000"/>
            <a:ext cx="2800000" cy="2050000"/>
          </a:xfrm>
          <a:solidFill>
            <a:schemeClr val="tx1">
              <a:lumMod val="25000"/>
              <a:lumOff val="75000"/>
            </a:schemeClr>
          </a:solidFill>
        </p:spPr>
        <p:txBody>
          <a:bodyPr anchor="t" lIns="108000" rIns="108000" tIns="54000" bIns="5400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100" b="1" dirty="0">
                <a:solidFill>
                  <a:schemeClr val="tx1"/>
                </a:solidFill>
              </a:rPr>
              <a:t>Betriebs- und Verkehrsplanung Bus</a:t>
            </a:r>
          </a:p>
          <a:p>
            <a:pPr marL="171450" indent="-171450" algn="l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Markus </a:t>
            </a:r>
            <a:r>
              <a:rPr lang="de-DE" sz="1000" b="0" dirty="0" err="1">
                <a:solidFill>
                  <a:schemeClr val="tx1"/>
                </a:solidFill>
              </a:rPr>
              <a:t>Abbrent</a:t>
            </a:r>
            <a:endParaRPr lang="de-DE" sz="1000" b="0" dirty="0">
              <a:solidFill>
                <a:schemeClr val="tx1"/>
              </a:solidFill>
            </a:endParaRP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Robert Behrendt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Anton Heiß</a:t>
            </a:r>
            <a:endParaRPr lang="de-DE" sz="600" b="0" dirty="0">
              <a:solidFill>
                <a:schemeClr val="tx1"/>
              </a:solidFill>
            </a:endParaRP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Mario Kretschmann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Ronald Tänzer</a:t>
            </a:r>
          </a:p>
        </p:txBody>
      </p:sp>
      <p:sp>
        <p:nvSpPr>
          <p:cNvPr id="34" name="Textfeld 33"/>
          <p:cNvSpPr txBox="1"/>
          <p:nvPr/>
        </p:nvSpPr>
        <p:spPr>
          <a:xfrm>
            <a:off x="658813" y="6130000"/>
            <a:ext cx="947943" cy="123111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r>
              <a:rPr lang="de-DE" sz="800"/>
              <a:t>*: Personalunion</a:t>
            </a:r>
          </a:p>
        </p:txBody>
      </p:sp>
      <p:sp>
        <p:nvSpPr>
          <p:cNvPr id="42" name="Espace réservé du texte 13">
            <a:extLst>
              <a:ext uri="{FF2B5EF4-FFF2-40B4-BE49-F238E27FC236}">
                <a16:creationId xmlns:a16="http://schemas.microsoft.com/office/drawing/2014/main" id="{F3DF319C-6540-4793-94E3-A8CA1E37B4D7}"/>
              </a:ext>
            </a:extLst>
          </p:cNvPr>
          <p:cNvSpPr txBox="1">
            <a:spLocks/>
          </p:cNvSpPr>
          <p:nvPr/>
        </p:nvSpPr>
        <p:spPr>
          <a:xfrm>
            <a:off x="658813" y="3040000"/>
            <a:ext cx="2800000" cy="7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txBody>
          <a:bodyPr vert="horz" lIns="108000" tIns="54000" rIns="108000" bIns="54000" rtlCol="0" anchor="t">
            <a:noAutofit/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SzPct val="70000"/>
              <a:buFontTx/>
              <a:buNone/>
              <a:defRPr sz="23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Tx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Tx/>
              <a:buNone/>
              <a:defRPr sz="1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100" dirty="0" b="1"/>
              <a:t>Analyst Dienst-/Schichtpläne</a:t>
            </a:r>
          </a:p>
          <a:p>
            <a:pPr marL="171450" indent="-171450" algn="l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de-DE" sz="1000" b="0" dirty="0"/>
              <a:t>Stefan Bohl-Thoms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DA5341C7-372A-40F1-B456-F922FE543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173530"/>
              </p:ext>
            </p:extLst>
          </p:nvPr>
        </p:nvGraphicFramePr>
        <p:xfrm>
          <a:off x="7683187" y="1300000"/>
          <a:ext cx="3850000" cy="472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0000">
                  <a:extLst>
                    <a:ext uri="{9D8B030D-6E8A-4147-A177-3AD203B41FA5}">
                      <a16:colId xmlns:a16="http://schemas.microsoft.com/office/drawing/2014/main" val="2705129962"/>
                    </a:ext>
                  </a:extLst>
                </a:gridCol>
                <a:gridCol w="950000">
                  <a:extLst>
                    <a:ext uri="{9D8B030D-6E8A-4147-A177-3AD203B41FA5}">
                      <a16:colId xmlns:a16="http://schemas.microsoft.com/office/drawing/2014/main" val="4187834563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45651724"/>
                    </a:ext>
                  </a:extLst>
                </a:gridCol>
              </a:tblGrid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b="1">
                          <a:solidFill>
                            <a:schemeClr val="bg1"/>
                          </a:solidFill>
                          <a:effectLst/>
                        </a:rPr>
                        <a:t>Nachname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b="1">
                          <a:solidFill>
                            <a:schemeClr val="bg1"/>
                          </a:solidFill>
                          <a:effectLst/>
                        </a:rPr>
                        <a:t>Vorname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1" i="0" u="none" strike="noStrike">
                          <a:solidFill>
                            <a:srgbClr val="1E1E1E"/>
                          </a:solidFill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</a:rPr>
                        <a:t>Umfang</a:t>
                      </a:r>
                    </a:p>
                  </a:txBody>
                  <a:tcPr marL="9525" marR="9525" marT="8659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err="1">
                          <a:effectLst/>
                        </a:rPr>
                        <a:t>Greulich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Maurice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2007548013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Bohl-Thoms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Stefan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1437754811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err="1">
                          <a:effectLst/>
                        </a:rPr>
                        <a:t>Beiersmann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Klaus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1083001978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Großmann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Stefanie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426388511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Wildt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Ulrike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369491684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de-DE" sz="9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Zink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de-DE" sz="9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Agnes Leonie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de-DE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0,625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1416729846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solidFill>
                            <a:schemeClr val="tx1"/>
                          </a:solidFill>
                          <a:effectLst/>
                        </a:rPr>
                        <a:t>Knoll</a:t>
                      </a:r>
                      <a:endParaRPr lang="de-DE" sz="900" b="0" i="0" u="none" strike="noStrike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solidFill>
                            <a:schemeClr val="tx1"/>
                          </a:solidFill>
                          <a:effectLst/>
                        </a:rPr>
                        <a:t>Devid</a:t>
                      </a:r>
                      <a:endParaRPr lang="de-DE" sz="900" b="0" i="0" u="none" strike="noStrike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1045935981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Durda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Anja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0,75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482048619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Krämer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Sebastian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2606029875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Kretschmann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Mario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819742055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dirty="0" err="1">
                          <a:effectLst/>
                        </a:rPr>
                        <a:t>Sluka</a:t>
                      </a:r>
                      <a:endParaRPr lang="de-DE" sz="900" b="0" i="0" u="none" strike="noStrike" dirty="0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Robby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4016257026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Bittroff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Karina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0,75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2682009257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dirty="0">
                          <a:effectLst/>
                        </a:rPr>
                        <a:t>Behrendt</a:t>
                      </a:r>
                      <a:endParaRPr lang="de-DE" sz="900" b="0" i="0" u="none" strike="noStrike" dirty="0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Robert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4255141698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Früh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Julia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0,8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2796362990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Tänzer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Ronald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1131982918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dirty="0" err="1">
                          <a:effectLst/>
                        </a:rPr>
                        <a:t>Abbrent</a:t>
                      </a:r>
                      <a:endParaRPr lang="de-DE" sz="900" b="0" i="0" u="none" strike="noStrike" dirty="0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Markus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0,875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354276014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dirty="0">
                          <a:effectLst/>
                        </a:rPr>
                        <a:t>Heiß</a:t>
                      </a:r>
                      <a:endParaRPr lang="de-DE" sz="900" b="0" i="0" u="none" strike="noStrike" dirty="0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Anton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3480808032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Pistor</a:t>
                      </a:r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Andreas</a:t>
                      </a:r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 dirty="0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1850109266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7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ab 01.04.2025 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Gentz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Christopher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 dirty="0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2054972952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dirty="0">
                          <a:solidFill>
                            <a:schemeClr val="tx1"/>
                          </a:solidFill>
                          <a:effectLst/>
                        </a:rPr>
                        <a:t>Rödel</a:t>
                      </a:r>
                      <a:endParaRPr lang="de-DE" sz="6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Ruben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Werkstudent 0,5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1287006401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Drechsel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Saskia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Werkstudent 0,5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2112995488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7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bis 14.06.2025 </a:t>
                      </a:r>
                      <a:r>
                        <a:rPr lang="de-DE" sz="9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Behnisch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Lucas 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Werkstudent 0,5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1249989098"/>
                  </a:ext>
                </a:extLst>
              </a:tr>
              <a:tr h="197000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7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bis 30.06.2025 </a:t>
                      </a:r>
                      <a:r>
                        <a:rPr lang="de-DE" sz="900" b="0" i="0" u="none" strike="noStrike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Wandner</a:t>
                      </a:r>
                      <a:endParaRPr lang="de-DE" sz="9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Julius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Werkstudent 0,5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3134673219"/>
                  </a:ext>
                </a:extLst>
              </a:tr>
            </a:tbl>
          </a:graphicData>
        </a:graphic>
      </p:graphicFrame>
      <p:sp>
        <p:nvSpPr>
          <p:cNvPr id="3" name="Ellipse 2">
            <a:extLst>
              <a:ext uri="{FF2B5EF4-FFF2-40B4-BE49-F238E27FC236}">
                <a16:creationId xmlns:a16="http://schemas.microsoft.com/office/drawing/2014/main" id="{5C8A9819-6756-47FF-9E3D-6D9267004305}"/>
              </a:ext>
            </a:extLst>
          </p:cNvPr>
          <p:cNvSpPr/>
          <p:nvPr/>
        </p:nvSpPr>
        <p:spPr>
          <a:xfrm>
            <a:off x="11796471" y="6534819"/>
            <a:ext cx="348201" cy="20654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3" name="Stammleitung"/>
          <p:cNvCxnSpPr/>
          <p:nvPr/>
        </p:nvCxnSpPr>
        <p:spPr>
          <a:xfrm>
            <a:off x="3871000" y="1920000"/>
            <a:ext cx="0" cy="310500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</p:cxnSp>
      <p:cxnSp>
        <p:nvCxnSpPr>
          <p:cNvPr id="44" name="Abzweig Projekt"/>
          <p:cNvCxnSpPr/>
          <p:nvPr/>
        </p:nvCxnSpPr>
        <p:spPr>
          <a:xfrm flipH="1">
            <a:off x="3458813" y="2430000"/>
            <a:ext cx="412187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</p:cxnSp>
      <p:cxnSp>
        <p:nvCxnSpPr>
          <p:cNvPr id="45" name="Abzweig Analyst"/>
          <p:cNvCxnSpPr/>
          <p:nvPr/>
        </p:nvCxnSpPr>
        <p:spPr>
          <a:xfrm flipH="1">
            <a:off x="3458813" y="3390000"/>
            <a:ext cx="412187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</p:cxnSp>
      <p:cxnSp>
        <p:nvCxnSpPr>
          <p:cNvPr id="46" name="Abzweig Fachl. Support"/>
          <p:cNvCxnSpPr/>
          <p:nvPr/>
        </p:nvCxnSpPr>
        <p:spPr>
          <a:xfrm>
            <a:off x="3871000" y="2910000"/>
            <a:ext cx="412187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</p:cxnSp>
      <p:cxnSp>
        <p:nvCxnSpPr>
          <p:cNvPr id="47" name="Abzweig Bahn/Bus"/>
          <p:cNvCxnSpPr/>
          <p:nvPr/>
        </p:nvCxnSpPr>
        <p:spPr>
          <a:xfrm>
            <a:off x="3458813" y="5025000"/>
            <a:ext cx="82437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</p:cxnSp>
    </p:spTree>
    <p:extLst>
      <p:ext uri="{BB962C8B-B14F-4D97-AF65-F5344CB8AC3E}">
        <p14:creationId xmlns:p14="http://schemas.microsoft.com/office/powerpoint/2010/main" val="1087998187"/>
      </p:ext>
    </p:extLst>
  </p:cSld>
  <p:clrMapOvr>
    <a:masterClrMapping/>
  </p:clrMapOvr>
</p:sld>
</file>

<file path=ppt/theme/theme1.xml><?xml version="1.0" encoding="utf-8"?>
<a:theme xmlns:a="http://schemas.openxmlformats.org/drawingml/2006/main" name="181101_Transdev PPT 16x9 -deutsch_Master">
  <a:themeElements>
    <a:clrScheme name="Transdev PPT 2018_Colors">
      <a:dk1>
        <a:srgbClr val="1E1E1E"/>
      </a:dk1>
      <a:lt1>
        <a:sysClr val="window" lastClr="FFFFFF"/>
      </a:lt1>
      <a:dk2>
        <a:srgbClr val="FF0000"/>
      </a:dk2>
      <a:lt2>
        <a:srgbClr val="E7E7E8"/>
      </a:lt2>
      <a:accent1>
        <a:srgbClr val="A2CAB8"/>
      </a:accent1>
      <a:accent2>
        <a:srgbClr val="309CD6"/>
      </a:accent2>
      <a:accent3>
        <a:srgbClr val="F2B999"/>
      </a:accent3>
      <a:accent4>
        <a:srgbClr val="920024"/>
      </a:accent4>
      <a:accent5>
        <a:srgbClr val="FF7841"/>
      </a:accent5>
      <a:accent6>
        <a:srgbClr val="3C0C44"/>
      </a:accent6>
      <a:hlink>
        <a:srgbClr val="1E1E1E"/>
      </a:hlink>
      <a:folHlink>
        <a:srgbClr val="1E1E1E"/>
      </a:folHlink>
    </a:clrScheme>
    <a:fontScheme name="Transdev_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36000" tIns="0" rIns="36000" bIns="0" rtlCol="0">
        <a:spAutoFit/>
      </a:bodyPr>
      <a:lstStyle>
        <a:defPP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nsdev Diaporama 16x9 v1a.potx" id="{C45F4A66-92C3-455E-8354-B84AA66D329E}" vid="{026726A0-39F7-4AEA-B92D-51234BB884D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b49a2378-73c7-4e4c-bff8-b85a2f404b86" ContentTypeId="0x0101" PreviousValue="false" LastSyncTimeStamp="2018-12-20T21:28:41Z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02d3fe-62e8-46f8-993b-a94c98366617">
      <Terms xmlns="http://schemas.microsoft.com/office/infopath/2007/PartnerControls"/>
    </lcf76f155ced4ddcb4097134ff3c332f>
    <TaxCatchAll xmlns="e6ce5c4a-50d1-4510-b20b-3c326577307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4C88047E6081B4CAAEFFD55C0DCC090" ma:contentTypeVersion="15" ma:contentTypeDescription="Ein neues Dokument erstellen." ma:contentTypeScope="" ma:versionID="75e3670e0d2d2525d5c9ba9f3bb5f43a">
  <xsd:schema xmlns:xsd="http://www.w3.org/2001/XMLSchema" xmlns:xs="http://www.w3.org/2001/XMLSchema" xmlns:p="http://schemas.microsoft.com/office/2006/metadata/properties" xmlns:ns2="e6ce5c4a-50d1-4510-b20b-3c3265773073" xmlns:ns3="3d02d3fe-62e8-46f8-993b-a94c98366617" targetNamespace="http://schemas.microsoft.com/office/2006/metadata/properties" ma:root="true" ma:fieldsID="588a92294be122c2a35920a94c3980a0" ns2:_="" ns3:_="">
    <xsd:import namespace="e6ce5c4a-50d1-4510-b20b-3c3265773073"/>
    <xsd:import namespace="3d02d3fe-62e8-46f8-993b-a94c9836661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ce5c4a-50d1-4510-b20b-3c32657730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138d26fc-0aad-40fb-ad2a-5d52dcebc895}" ma:internalName="TaxCatchAll" ma:showField="CatchAllData" ma:web="e6ce5c4a-50d1-4510-b20b-3c32657730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02d3fe-62e8-46f8-993b-a94c983666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b49a2378-73c7-4e4c-bff8-b85a2f404b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273E2E-B0F5-4050-9F76-968608CF4B01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9BC021CA-8392-46B5-B01A-815E00B3360C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e6ce5c4a-50d1-4510-b20b-3c3265773073"/>
    <ds:schemaRef ds:uri="http://schemas.microsoft.com/office/infopath/2007/PartnerControls"/>
    <ds:schemaRef ds:uri="http://purl.org/dc/terms/"/>
    <ds:schemaRef ds:uri="http://purl.org/dc/dcmitype/"/>
    <ds:schemaRef ds:uri="http://schemas.openxmlformats.org/package/2006/metadata/core-properties"/>
    <ds:schemaRef ds:uri="3d02d3fe-62e8-46f8-993b-a94c9836661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EA041DD-6EA7-4D44-977B-9AEFBEC96F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ce5c4a-50d1-4510-b20b-3c3265773073"/>
    <ds:schemaRef ds:uri="3d02d3fe-62e8-46f8-993b-a94c983666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612B732B-87D0-46C5-B96F-D9E182523F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181101_Transdev PPT 16x9 -deutsch_Master</Template>
  <TotalTime>0</TotalTime>
  <Words>183</Words>
  <Application>Microsoft Office PowerPoint</Application>
  <PresentationFormat>Breitbild</PresentationFormat>
  <Paragraphs>104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Verdana</vt:lpstr>
      <vt:lpstr>Wingdings</vt:lpstr>
      <vt:lpstr>181101_Transdev PPT 16x9 -deutsch_Master</vt:lpstr>
      <vt:lpstr>ORGANIGRAMM Betriebs- und Verkehrsplanung</vt:lpstr>
    </vt:vector>
  </TitlesOfParts>
  <Company>Veolia Verkehr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 Zweizeiliger Titel</dc:title>
  <dc:creator>Melzig, Andreas</dc:creator>
  <cp:lastModifiedBy>Wollburg, Evelyn</cp:lastModifiedBy>
  <cp:revision>8</cp:revision>
  <cp:lastPrinted>2024-06-07T12:04:57Z</cp:lastPrinted>
  <dcterms:created xsi:type="dcterms:W3CDTF">2018-11-02T13:00:20Z</dcterms:created>
  <dcterms:modified xsi:type="dcterms:W3CDTF">2025-02-06T10:51:49Z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0x010100C4C88047E6081B4CAAEFFD55C0DCC090</vt:lpwstr>
  </property>
  <property fmtid="{D5CDD505-2E9C-101B-9397-08002B2CF9AE}" pid="3" name="Order">
    <vt:r8>3927500</vt:r8>
  </property>
  <property fmtid="{D5CDD505-2E9C-101B-9397-08002B2CF9AE}" pid="4" name="MediaServiceImageTags">
    <vt:lpwstr/>
  </property>
</Properties>
</file>